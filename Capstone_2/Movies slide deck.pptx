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62" r:id="rId9"/>
    <p:sldId id="276" r:id="rId10"/>
    <p:sldId id="264" r:id="rId11"/>
    <p:sldId id="265" r:id="rId12"/>
    <p:sldId id="269" r:id="rId13"/>
    <p:sldId id="266" r:id="rId14"/>
    <p:sldId id="267" r:id="rId15"/>
    <p:sldId id="268" r:id="rId16"/>
    <p:sldId id="270" r:id="rId17"/>
    <p:sldId id="271" r:id="rId18"/>
    <p:sldId id="273" r:id="rId19"/>
    <p:sldId id="272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98CC9A-5F13-4662-846C-D14F1B339C0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900A67-43CC-4BC2-9289-541A2EB5164C}">
      <dgm:prSet/>
      <dgm:spPr/>
      <dgm:t>
        <a:bodyPr/>
        <a:lstStyle/>
        <a:p>
          <a:r>
            <a:rPr lang="en-US"/>
            <a:t>Movie Production companies</a:t>
          </a:r>
        </a:p>
      </dgm:t>
    </dgm:pt>
    <dgm:pt modelId="{6A2BE924-8885-4495-8C48-8DB702770ECA}" type="parTrans" cxnId="{BA40AB95-7637-4D42-BAF2-11634BAED32B}">
      <dgm:prSet/>
      <dgm:spPr/>
      <dgm:t>
        <a:bodyPr/>
        <a:lstStyle/>
        <a:p>
          <a:endParaRPr lang="en-US"/>
        </a:p>
      </dgm:t>
    </dgm:pt>
    <dgm:pt modelId="{C33FB3D3-F917-4081-B9C7-4259E3DDDFE0}" type="sibTrans" cxnId="{BA40AB95-7637-4D42-BAF2-11634BAED32B}">
      <dgm:prSet/>
      <dgm:spPr/>
      <dgm:t>
        <a:bodyPr/>
        <a:lstStyle/>
        <a:p>
          <a:endParaRPr lang="en-US"/>
        </a:p>
      </dgm:t>
    </dgm:pt>
    <dgm:pt modelId="{E6F047E7-6C48-44FC-AB02-3495512D0DD1}">
      <dgm:prSet/>
      <dgm:spPr/>
      <dgm:t>
        <a:bodyPr/>
        <a:lstStyle/>
        <a:p>
          <a:r>
            <a:rPr lang="en-US"/>
            <a:t>Actors</a:t>
          </a:r>
        </a:p>
      </dgm:t>
    </dgm:pt>
    <dgm:pt modelId="{B2CB8F88-F575-49CB-A754-55EABEE7EDF2}" type="parTrans" cxnId="{5DE7F146-FB44-4926-B0E7-AB44B382EB27}">
      <dgm:prSet/>
      <dgm:spPr/>
      <dgm:t>
        <a:bodyPr/>
        <a:lstStyle/>
        <a:p>
          <a:endParaRPr lang="en-US"/>
        </a:p>
      </dgm:t>
    </dgm:pt>
    <dgm:pt modelId="{EBAC7BF5-A42E-4055-8A00-4E92EB7F04E3}" type="sibTrans" cxnId="{5DE7F146-FB44-4926-B0E7-AB44B382EB27}">
      <dgm:prSet/>
      <dgm:spPr/>
      <dgm:t>
        <a:bodyPr/>
        <a:lstStyle/>
        <a:p>
          <a:endParaRPr lang="en-US"/>
        </a:p>
      </dgm:t>
    </dgm:pt>
    <dgm:pt modelId="{533D288E-9884-45AC-B266-F7C8CFC29527}">
      <dgm:prSet/>
      <dgm:spPr/>
      <dgm:t>
        <a:bodyPr/>
        <a:lstStyle/>
        <a:p>
          <a:r>
            <a:rPr lang="en-US"/>
            <a:t>Theaters</a:t>
          </a:r>
        </a:p>
      </dgm:t>
    </dgm:pt>
    <dgm:pt modelId="{57502121-2B72-426C-A0DC-8E1115C74786}" type="parTrans" cxnId="{DE27896A-C7F6-4CA3-87E8-373661E5E961}">
      <dgm:prSet/>
      <dgm:spPr/>
      <dgm:t>
        <a:bodyPr/>
        <a:lstStyle/>
        <a:p>
          <a:endParaRPr lang="en-US"/>
        </a:p>
      </dgm:t>
    </dgm:pt>
    <dgm:pt modelId="{7A5F0A60-7812-4B89-8F24-51E728121FE8}" type="sibTrans" cxnId="{DE27896A-C7F6-4CA3-87E8-373661E5E961}">
      <dgm:prSet/>
      <dgm:spPr/>
      <dgm:t>
        <a:bodyPr/>
        <a:lstStyle/>
        <a:p>
          <a:endParaRPr lang="en-US"/>
        </a:p>
      </dgm:t>
    </dgm:pt>
    <dgm:pt modelId="{59C10359-0C3A-4305-8C08-30FD5EE6125F}" type="pres">
      <dgm:prSet presAssocID="{4198CC9A-5F13-4662-846C-D14F1B339C0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2845870-4F8E-4FAF-9A59-727A2BD8F100}" type="pres">
      <dgm:prSet presAssocID="{E6900A67-43CC-4BC2-9289-541A2EB5164C}" presName="hierRoot1" presStyleCnt="0"/>
      <dgm:spPr/>
    </dgm:pt>
    <dgm:pt modelId="{01CE1471-F2AE-47F0-80BF-536D09618905}" type="pres">
      <dgm:prSet presAssocID="{E6900A67-43CC-4BC2-9289-541A2EB5164C}" presName="composite" presStyleCnt="0"/>
      <dgm:spPr/>
    </dgm:pt>
    <dgm:pt modelId="{FC26570D-7042-47D0-9D96-28F3C0EAF513}" type="pres">
      <dgm:prSet presAssocID="{E6900A67-43CC-4BC2-9289-541A2EB5164C}" presName="background" presStyleLbl="node0" presStyleIdx="0" presStyleCnt="3"/>
      <dgm:spPr/>
    </dgm:pt>
    <dgm:pt modelId="{9F3C81B8-9521-463E-921B-0A30664A5031}" type="pres">
      <dgm:prSet presAssocID="{E6900A67-43CC-4BC2-9289-541A2EB5164C}" presName="text" presStyleLbl="fgAcc0" presStyleIdx="0" presStyleCnt="3">
        <dgm:presLayoutVars>
          <dgm:chPref val="3"/>
        </dgm:presLayoutVars>
      </dgm:prSet>
      <dgm:spPr/>
    </dgm:pt>
    <dgm:pt modelId="{E9E4AD34-8185-4B78-A23C-B98C8058530E}" type="pres">
      <dgm:prSet presAssocID="{E6900A67-43CC-4BC2-9289-541A2EB5164C}" presName="hierChild2" presStyleCnt="0"/>
      <dgm:spPr/>
    </dgm:pt>
    <dgm:pt modelId="{BAE0AAE0-BEC1-439C-83A6-EAF6ABE12C0B}" type="pres">
      <dgm:prSet presAssocID="{E6F047E7-6C48-44FC-AB02-3495512D0DD1}" presName="hierRoot1" presStyleCnt="0"/>
      <dgm:spPr/>
    </dgm:pt>
    <dgm:pt modelId="{93CEB525-535B-4C3E-8C6F-D6C88AC2D9E5}" type="pres">
      <dgm:prSet presAssocID="{E6F047E7-6C48-44FC-AB02-3495512D0DD1}" presName="composite" presStyleCnt="0"/>
      <dgm:spPr/>
    </dgm:pt>
    <dgm:pt modelId="{75CB367A-28E8-4BE3-A687-171980557A16}" type="pres">
      <dgm:prSet presAssocID="{E6F047E7-6C48-44FC-AB02-3495512D0DD1}" presName="background" presStyleLbl="node0" presStyleIdx="1" presStyleCnt="3"/>
      <dgm:spPr/>
    </dgm:pt>
    <dgm:pt modelId="{4D29EB75-0429-4792-AD7C-CF0AFA00D29B}" type="pres">
      <dgm:prSet presAssocID="{E6F047E7-6C48-44FC-AB02-3495512D0DD1}" presName="text" presStyleLbl="fgAcc0" presStyleIdx="1" presStyleCnt="3">
        <dgm:presLayoutVars>
          <dgm:chPref val="3"/>
        </dgm:presLayoutVars>
      </dgm:prSet>
      <dgm:spPr/>
    </dgm:pt>
    <dgm:pt modelId="{D6790AC5-F66E-419B-A48B-7626319AE4EC}" type="pres">
      <dgm:prSet presAssocID="{E6F047E7-6C48-44FC-AB02-3495512D0DD1}" presName="hierChild2" presStyleCnt="0"/>
      <dgm:spPr/>
    </dgm:pt>
    <dgm:pt modelId="{7F67EAF8-4334-49C7-8747-D0B94A99AB8D}" type="pres">
      <dgm:prSet presAssocID="{533D288E-9884-45AC-B266-F7C8CFC29527}" presName="hierRoot1" presStyleCnt="0"/>
      <dgm:spPr/>
    </dgm:pt>
    <dgm:pt modelId="{B94EB18D-EBC7-4353-9A39-C6D2C5D21EA6}" type="pres">
      <dgm:prSet presAssocID="{533D288E-9884-45AC-B266-F7C8CFC29527}" presName="composite" presStyleCnt="0"/>
      <dgm:spPr/>
    </dgm:pt>
    <dgm:pt modelId="{5D5B27B6-94C8-4572-8989-924758C8A3D1}" type="pres">
      <dgm:prSet presAssocID="{533D288E-9884-45AC-B266-F7C8CFC29527}" presName="background" presStyleLbl="node0" presStyleIdx="2" presStyleCnt="3"/>
      <dgm:spPr/>
    </dgm:pt>
    <dgm:pt modelId="{B1AECC41-86AB-4F2E-8192-B8959098268A}" type="pres">
      <dgm:prSet presAssocID="{533D288E-9884-45AC-B266-F7C8CFC29527}" presName="text" presStyleLbl="fgAcc0" presStyleIdx="2" presStyleCnt="3">
        <dgm:presLayoutVars>
          <dgm:chPref val="3"/>
        </dgm:presLayoutVars>
      </dgm:prSet>
      <dgm:spPr/>
    </dgm:pt>
    <dgm:pt modelId="{90804621-6AFE-47C4-855B-47ACFAD4D141}" type="pres">
      <dgm:prSet presAssocID="{533D288E-9884-45AC-B266-F7C8CFC29527}" presName="hierChild2" presStyleCnt="0"/>
      <dgm:spPr/>
    </dgm:pt>
  </dgm:ptLst>
  <dgm:cxnLst>
    <dgm:cxn modelId="{5DE7F146-FB44-4926-B0E7-AB44B382EB27}" srcId="{4198CC9A-5F13-4662-846C-D14F1B339C0F}" destId="{E6F047E7-6C48-44FC-AB02-3495512D0DD1}" srcOrd="1" destOrd="0" parTransId="{B2CB8F88-F575-49CB-A754-55EABEE7EDF2}" sibTransId="{EBAC7BF5-A42E-4055-8A00-4E92EB7F04E3}"/>
    <dgm:cxn modelId="{DE27896A-C7F6-4CA3-87E8-373661E5E961}" srcId="{4198CC9A-5F13-4662-846C-D14F1B339C0F}" destId="{533D288E-9884-45AC-B266-F7C8CFC29527}" srcOrd="2" destOrd="0" parTransId="{57502121-2B72-426C-A0DC-8E1115C74786}" sibTransId="{7A5F0A60-7812-4B89-8F24-51E728121FE8}"/>
    <dgm:cxn modelId="{7E631572-77D9-435D-903E-84843915043F}" type="presOf" srcId="{E6900A67-43CC-4BC2-9289-541A2EB5164C}" destId="{9F3C81B8-9521-463E-921B-0A30664A5031}" srcOrd="0" destOrd="0" presId="urn:microsoft.com/office/officeart/2005/8/layout/hierarchy1"/>
    <dgm:cxn modelId="{489A3774-BC88-46C4-8B94-192039FF7F16}" type="presOf" srcId="{4198CC9A-5F13-4662-846C-D14F1B339C0F}" destId="{59C10359-0C3A-4305-8C08-30FD5EE6125F}" srcOrd="0" destOrd="0" presId="urn:microsoft.com/office/officeart/2005/8/layout/hierarchy1"/>
    <dgm:cxn modelId="{BA40AB95-7637-4D42-BAF2-11634BAED32B}" srcId="{4198CC9A-5F13-4662-846C-D14F1B339C0F}" destId="{E6900A67-43CC-4BC2-9289-541A2EB5164C}" srcOrd="0" destOrd="0" parTransId="{6A2BE924-8885-4495-8C48-8DB702770ECA}" sibTransId="{C33FB3D3-F917-4081-B9C7-4259E3DDDFE0}"/>
    <dgm:cxn modelId="{42A9B6D1-10C9-4728-B1A8-9F9FFC7E880F}" type="presOf" srcId="{533D288E-9884-45AC-B266-F7C8CFC29527}" destId="{B1AECC41-86AB-4F2E-8192-B8959098268A}" srcOrd="0" destOrd="0" presId="urn:microsoft.com/office/officeart/2005/8/layout/hierarchy1"/>
    <dgm:cxn modelId="{443CD0FF-1FAD-4EFB-BA8E-2C0B9CD3F7FB}" type="presOf" srcId="{E6F047E7-6C48-44FC-AB02-3495512D0DD1}" destId="{4D29EB75-0429-4792-AD7C-CF0AFA00D29B}" srcOrd="0" destOrd="0" presId="urn:microsoft.com/office/officeart/2005/8/layout/hierarchy1"/>
    <dgm:cxn modelId="{77B98FD3-CFE4-4B62-A2EB-E12157FB6CAF}" type="presParOf" srcId="{59C10359-0C3A-4305-8C08-30FD5EE6125F}" destId="{22845870-4F8E-4FAF-9A59-727A2BD8F100}" srcOrd="0" destOrd="0" presId="urn:microsoft.com/office/officeart/2005/8/layout/hierarchy1"/>
    <dgm:cxn modelId="{FD46CE25-2A94-411B-8F6C-C45513BD5A05}" type="presParOf" srcId="{22845870-4F8E-4FAF-9A59-727A2BD8F100}" destId="{01CE1471-F2AE-47F0-80BF-536D09618905}" srcOrd="0" destOrd="0" presId="urn:microsoft.com/office/officeart/2005/8/layout/hierarchy1"/>
    <dgm:cxn modelId="{2CAC4541-4D7F-497F-9B9D-6EB3F77D795D}" type="presParOf" srcId="{01CE1471-F2AE-47F0-80BF-536D09618905}" destId="{FC26570D-7042-47D0-9D96-28F3C0EAF513}" srcOrd="0" destOrd="0" presId="urn:microsoft.com/office/officeart/2005/8/layout/hierarchy1"/>
    <dgm:cxn modelId="{A4C48628-0067-46AE-82E7-7E2BAFA9F935}" type="presParOf" srcId="{01CE1471-F2AE-47F0-80BF-536D09618905}" destId="{9F3C81B8-9521-463E-921B-0A30664A5031}" srcOrd="1" destOrd="0" presId="urn:microsoft.com/office/officeart/2005/8/layout/hierarchy1"/>
    <dgm:cxn modelId="{870ED044-6A82-4C31-AB8C-AB81AF40B520}" type="presParOf" srcId="{22845870-4F8E-4FAF-9A59-727A2BD8F100}" destId="{E9E4AD34-8185-4B78-A23C-B98C8058530E}" srcOrd="1" destOrd="0" presId="urn:microsoft.com/office/officeart/2005/8/layout/hierarchy1"/>
    <dgm:cxn modelId="{F6600523-CC2F-4B48-90FC-06CEF544ED5A}" type="presParOf" srcId="{59C10359-0C3A-4305-8C08-30FD5EE6125F}" destId="{BAE0AAE0-BEC1-439C-83A6-EAF6ABE12C0B}" srcOrd="1" destOrd="0" presId="urn:microsoft.com/office/officeart/2005/8/layout/hierarchy1"/>
    <dgm:cxn modelId="{3E9F1C46-4B36-4F1A-8642-7070BC5A23AF}" type="presParOf" srcId="{BAE0AAE0-BEC1-439C-83A6-EAF6ABE12C0B}" destId="{93CEB525-535B-4C3E-8C6F-D6C88AC2D9E5}" srcOrd="0" destOrd="0" presId="urn:microsoft.com/office/officeart/2005/8/layout/hierarchy1"/>
    <dgm:cxn modelId="{0EB75896-B730-403E-8DD2-960DC8312F0F}" type="presParOf" srcId="{93CEB525-535B-4C3E-8C6F-D6C88AC2D9E5}" destId="{75CB367A-28E8-4BE3-A687-171980557A16}" srcOrd="0" destOrd="0" presId="urn:microsoft.com/office/officeart/2005/8/layout/hierarchy1"/>
    <dgm:cxn modelId="{A1E43AA1-F3BE-447B-A3A1-1C9F71963399}" type="presParOf" srcId="{93CEB525-535B-4C3E-8C6F-D6C88AC2D9E5}" destId="{4D29EB75-0429-4792-AD7C-CF0AFA00D29B}" srcOrd="1" destOrd="0" presId="urn:microsoft.com/office/officeart/2005/8/layout/hierarchy1"/>
    <dgm:cxn modelId="{65551792-E142-4C10-B0AE-19B2833285F9}" type="presParOf" srcId="{BAE0AAE0-BEC1-439C-83A6-EAF6ABE12C0B}" destId="{D6790AC5-F66E-419B-A48B-7626319AE4EC}" srcOrd="1" destOrd="0" presId="urn:microsoft.com/office/officeart/2005/8/layout/hierarchy1"/>
    <dgm:cxn modelId="{B8D23F95-75D3-4593-AE0E-9E94A1F5D2AB}" type="presParOf" srcId="{59C10359-0C3A-4305-8C08-30FD5EE6125F}" destId="{7F67EAF8-4334-49C7-8747-D0B94A99AB8D}" srcOrd="2" destOrd="0" presId="urn:microsoft.com/office/officeart/2005/8/layout/hierarchy1"/>
    <dgm:cxn modelId="{55433438-6FD5-4ECE-BAE5-8EFF29AB63F2}" type="presParOf" srcId="{7F67EAF8-4334-49C7-8747-D0B94A99AB8D}" destId="{B94EB18D-EBC7-4353-9A39-C6D2C5D21EA6}" srcOrd="0" destOrd="0" presId="urn:microsoft.com/office/officeart/2005/8/layout/hierarchy1"/>
    <dgm:cxn modelId="{E73BD4AB-95FF-4276-914F-DB0D6286A88D}" type="presParOf" srcId="{B94EB18D-EBC7-4353-9A39-C6D2C5D21EA6}" destId="{5D5B27B6-94C8-4572-8989-924758C8A3D1}" srcOrd="0" destOrd="0" presId="urn:microsoft.com/office/officeart/2005/8/layout/hierarchy1"/>
    <dgm:cxn modelId="{03375032-DC30-4914-848F-A7F2B11C52C7}" type="presParOf" srcId="{B94EB18D-EBC7-4353-9A39-C6D2C5D21EA6}" destId="{B1AECC41-86AB-4F2E-8192-B8959098268A}" srcOrd="1" destOrd="0" presId="urn:microsoft.com/office/officeart/2005/8/layout/hierarchy1"/>
    <dgm:cxn modelId="{13327DFB-72E5-4EB2-8C86-651394D4CE33}" type="presParOf" srcId="{7F67EAF8-4334-49C7-8747-D0B94A99AB8D}" destId="{90804621-6AFE-47C4-855B-47ACFAD4D14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9EEC0E-1B3E-41F7-A9B8-4D4F8CE730A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849A061-BA66-476F-8F12-E6FCF189089D}">
      <dgm:prSet/>
      <dgm:spPr/>
      <dgm:t>
        <a:bodyPr/>
        <a:lstStyle/>
        <a:p>
          <a:r>
            <a:rPr lang="en-US"/>
            <a:t>Movie creators want to profit off their movies and many factors influence that</a:t>
          </a:r>
        </a:p>
      </dgm:t>
    </dgm:pt>
    <dgm:pt modelId="{5550B3FE-9477-4147-BA84-EB05404EF17F}" type="parTrans" cxnId="{9632C60F-F152-4762-A0B6-888074BF58A1}">
      <dgm:prSet/>
      <dgm:spPr/>
      <dgm:t>
        <a:bodyPr/>
        <a:lstStyle/>
        <a:p>
          <a:endParaRPr lang="en-US"/>
        </a:p>
      </dgm:t>
    </dgm:pt>
    <dgm:pt modelId="{94FA5C1B-16B2-4304-B233-34468A7D6A97}" type="sibTrans" cxnId="{9632C60F-F152-4762-A0B6-888074BF58A1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86D46DE6-2281-4095-BE7C-05E926C129C0}">
      <dgm:prSet/>
      <dgm:spPr/>
      <dgm:t>
        <a:bodyPr/>
        <a:lstStyle/>
        <a:p>
          <a:r>
            <a:rPr lang="en-US" dirty="0"/>
            <a:t>This data set includes</a:t>
          </a:r>
        </a:p>
      </dgm:t>
    </dgm:pt>
    <dgm:pt modelId="{614AD8DF-285E-44DC-AAC4-F9D1ADDF1A96}" type="parTrans" cxnId="{DA453C31-0F87-4028-8A96-5AA75C9A7246}">
      <dgm:prSet/>
      <dgm:spPr/>
      <dgm:t>
        <a:bodyPr/>
        <a:lstStyle/>
        <a:p>
          <a:endParaRPr lang="en-US"/>
        </a:p>
      </dgm:t>
    </dgm:pt>
    <dgm:pt modelId="{76E11B66-1B2B-413D-948F-1D3B2F56815E}" type="sibTrans" cxnId="{DA453C31-0F87-4028-8A96-5AA75C9A7246}">
      <dgm:prSet/>
      <dgm:spPr/>
      <dgm:t>
        <a:bodyPr/>
        <a:lstStyle/>
        <a:p>
          <a:endParaRPr lang="en-US"/>
        </a:p>
      </dgm:t>
    </dgm:pt>
    <dgm:pt modelId="{E4C9F1B7-E927-45BD-8663-4A9725E9AE97}">
      <dgm:prSet/>
      <dgm:spPr/>
      <dgm:t>
        <a:bodyPr/>
        <a:lstStyle/>
        <a:p>
          <a:r>
            <a:rPr lang="en-US"/>
            <a:t>Title</a:t>
          </a:r>
        </a:p>
      </dgm:t>
    </dgm:pt>
    <dgm:pt modelId="{CE7184C8-73F5-41C6-9B19-B0B55060E34F}" type="parTrans" cxnId="{75F15407-1DF3-488D-90E0-6E59E77ACCB7}">
      <dgm:prSet/>
      <dgm:spPr/>
      <dgm:t>
        <a:bodyPr/>
        <a:lstStyle/>
        <a:p>
          <a:endParaRPr lang="en-US"/>
        </a:p>
      </dgm:t>
    </dgm:pt>
    <dgm:pt modelId="{9F7BA586-AF80-4F9F-AF52-7F3BB987FD43}" type="sibTrans" cxnId="{75F15407-1DF3-488D-90E0-6E59E77ACCB7}">
      <dgm:prSet/>
      <dgm:spPr/>
      <dgm:t>
        <a:bodyPr/>
        <a:lstStyle/>
        <a:p>
          <a:endParaRPr lang="en-US"/>
        </a:p>
      </dgm:t>
    </dgm:pt>
    <dgm:pt modelId="{175A3CFF-EC4C-4744-AE1F-2DBC26330EE5}">
      <dgm:prSet/>
      <dgm:spPr/>
      <dgm:t>
        <a:bodyPr/>
        <a:lstStyle/>
        <a:p>
          <a:r>
            <a:rPr lang="en-US"/>
            <a:t>Release dates</a:t>
          </a:r>
        </a:p>
      </dgm:t>
    </dgm:pt>
    <dgm:pt modelId="{48408787-CCD0-4042-BE88-DC9B9E47AC3C}" type="parTrans" cxnId="{7D7DD761-F2A5-49DF-A8A6-5794C7E0E41D}">
      <dgm:prSet/>
      <dgm:spPr/>
      <dgm:t>
        <a:bodyPr/>
        <a:lstStyle/>
        <a:p>
          <a:endParaRPr lang="en-US"/>
        </a:p>
      </dgm:t>
    </dgm:pt>
    <dgm:pt modelId="{D6A03AAA-2A8F-48FD-A153-0EF409ED342B}" type="sibTrans" cxnId="{7D7DD761-F2A5-49DF-A8A6-5794C7E0E41D}">
      <dgm:prSet/>
      <dgm:spPr/>
      <dgm:t>
        <a:bodyPr/>
        <a:lstStyle/>
        <a:p>
          <a:endParaRPr lang="en-US"/>
        </a:p>
      </dgm:t>
    </dgm:pt>
    <dgm:pt modelId="{B2EB3A97-B33D-4111-B5DC-B20D3F216C38}">
      <dgm:prSet/>
      <dgm:spPr/>
      <dgm:t>
        <a:bodyPr/>
        <a:lstStyle/>
        <a:p>
          <a:r>
            <a:rPr lang="en-US"/>
            <a:t>Budget</a:t>
          </a:r>
        </a:p>
      </dgm:t>
    </dgm:pt>
    <dgm:pt modelId="{712DEF30-821B-4DDD-9ACB-CFDE0769A0EE}" type="parTrans" cxnId="{75DEC5A4-A8D6-4302-AEEE-323318C9E8A0}">
      <dgm:prSet/>
      <dgm:spPr/>
      <dgm:t>
        <a:bodyPr/>
        <a:lstStyle/>
        <a:p>
          <a:endParaRPr lang="en-US"/>
        </a:p>
      </dgm:t>
    </dgm:pt>
    <dgm:pt modelId="{EC8C618B-7473-4E0D-8B31-537CF830DA03}" type="sibTrans" cxnId="{75DEC5A4-A8D6-4302-AEEE-323318C9E8A0}">
      <dgm:prSet/>
      <dgm:spPr/>
      <dgm:t>
        <a:bodyPr/>
        <a:lstStyle/>
        <a:p>
          <a:endParaRPr lang="en-US"/>
        </a:p>
      </dgm:t>
    </dgm:pt>
    <dgm:pt modelId="{08530C2B-A5A2-4A22-9095-FE1B4460E2A7}">
      <dgm:prSet/>
      <dgm:spPr/>
      <dgm:t>
        <a:bodyPr/>
        <a:lstStyle/>
        <a:p>
          <a:r>
            <a:rPr lang="en-US"/>
            <a:t>Gross</a:t>
          </a:r>
        </a:p>
      </dgm:t>
    </dgm:pt>
    <dgm:pt modelId="{B12C5DFE-C57D-4F2B-9A8B-435146102E5D}" type="parTrans" cxnId="{ACBADC0E-9D24-4137-887C-53FFADAA9612}">
      <dgm:prSet/>
      <dgm:spPr/>
      <dgm:t>
        <a:bodyPr/>
        <a:lstStyle/>
        <a:p>
          <a:endParaRPr lang="en-US"/>
        </a:p>
      </dgm:t>
    </dgm:pt>
    <dgm:pt modelId="{0D6DCB87-C36B-4F2D-9F47-63ADDE09BEBE}" type="sibTrans" cxnId="{ACBADC0E-9D24-4137-887C-53FFADAA9612}">
      <dgm:prSet/>
      <dgm:spPr/>
      <dgm:t>
        <a:bodyPr/>
        <a:lstStyle/>
        <a:p>
          <a:endParaRPr lang="en-US"/>
        </a:p>
      </dgm:t>
    </dgm:pt>
    <dgm:pt modelId="{19F8023A-0D93-4340-9726-390416669A19}">
      <dgm:prSet/>
      <dgm:spPr/>
      <dgm:t>
        <a:bodyPr/>
        <a:lstStyle/>
        <a:p>
          <a:r>
            <a:rPr lang="en-US"/>
            <a:t>Genre</a:t>
          </a:r>
        </a:p>
      </dgm:t>
    </dgm:pt>
    <dgm:pt modelId="{DB1FBE45-BD92-4B7A-8F82-C3A60B8DAD42}" type="parTrans" cxnId="{217ED548-F8AF-4870-8782-97109359E8B9}">
      <dgm:prSet/>
      <dgm:spPr/>
      <dgm:t>
        <a:bodyPr/>
        <a:lstStyle/>
        <a:p>
          <a:endParaRPr lang="en-US"/>
        </a:p>
      </dgm:t>
    </dgm:pt>
    <dgm:pt modelId="{546D03B2-247C-4C8A-ACB8-E73814AF7AB1}" type="sibTrans" cxnId="{217ED548-F8AF-4870-8782-97109359E8B9}">
      <dgm:prSet/>
      <dgm:spPr/>
      <dgm:t>
        <a:bodyPr/>
        <a:lstStyle/>
        <a:p>
          <a:endParaRPr lang="en-US"/>
        </a:p>
      </dgm:t>
    </dgm:pt>
    <dgm:pt modelId="{3505D9FF-AA4C-4151-B50B-C0EC0EA65D2D}">
      <dgm:prSet/>
      <dgm:spPr/>
      <dgm:t>
        <a:bodyPr/>
        <a:lstStyle/>
        <a:p>
          <a:r>
            <a:rPr lang="en-US"/>
            <a:t>Runtime</a:t>
          </a:r>
        </a:p>
      </dgm:t>
    </dgm:pt>
    <dgm:pt modelId="{5412CD13-2780-47FF-80DC-4A15C548D9BF}" type="parTrans" cxnId="{B6412CE6-57A0-4B9A-82DE-0F1AB16EC94B}">
      <dgm:prSet/>
      <dgm:spPr/>
      <dgm:t>
        <a:bodyPr/>
        <a:lstStyle/>
        <a:p>
          <a:endParaRPr lang="en-US"/>
        </a:p>
      </dgm:t>
    </dgm:pt>
    <dgm:pt modelId="{D828A3DA-DFCC-4777-B0AA-C42EBAEF6A9F}" type="sibTrans" cxnId="{B6412CE6-57A0-4B9A-82DE-0F1AB16EC94B}">
      <dgm:prSet/>
      <dgm:spPr/>
      <dgm:t>
        <a:bodyPr/>
        <a:lstStyle/>
        <a:p>
          <a:endParaRPr lang="en-US"/>
        </a:p>
      </dgm:t>
    </dgm:pt>
    <dgm:pt modelId="{1E901D22-1EC2-4AA9-B281-2FFFAB233C86}">
      <dgm:prSet/>
      <dgm:spPr/>
      <dgm:t>
        <a:bodyPr/>
        <a:lstStyle/>
        <a:p>
          <a:r>
            <a:rPr lang="en-US"/>
            <a:t>MPAA rating</a:t>
          </a:r>
        </a:p>
      </dgm:t>
    </dgm:pt>
    <dgm:pt modelId="{A69AAA66-07BB-43C7-AAD1-111A19CB8285}" type="parTrans" cxnId="{DDC20EBD-DB20-4896-A732-24AE9DC778C1}">
      <dgm:prSet/>
      <dgm:spPr/>
      <dgm:t>
        <a:bodyPr/>
        <a:lstStyle/>
        <a:p>
          <a:endParaRPr lang="en-US"/>
        </a:p>
      </dgm:t>
    </dgm:pt>
    <dgm:pt modelId="{3D02FB74-53A8-46AD-9452-2D69B535DA0E}" type="sibTrans" cxnId="{DDC20EBD-DB20-4896-A732-24AE9DC778C1}">
      <dgm:prSet/>
      <dgm:spPr/>
      <dgm:t>
        <a:bodyPr/>
        <a:lstStyle/>
        <a:p>
          <a:endParaRPr lang="en-US"/>
        </a:p>
      </dgm:t>
    </dgm:pt>
    <dgm:pt modelId="{3170F78F-48DE-408A-BEBF-82B753F41DB6}">
      <dgm:prSet/>
      <dgm:spPr/>
      <dgm:t>
        <a:bodyPr/>
        <a:lstStyle/>
        <a:p>
          <a:r>
            <a:rPr lang="en-US" dirty="0"/>
            <a:t>Review ratings</a:t>
          </a:r>
        </a:p>
      </dgm:t>
    </dgm:pt>
    <dgm:pt modelId="{D02CE8E6-7941-4991-90E8-8AC6C52F77A6}" type="parTrans" cxnId="{FD079A08-0609-427A-8550-E5490291318B}">
      <dgm:prSet/>
      <dgm:spPr/>
      <dgm:t>
        <a:bodyPr/>
        <a:lstStyle/>
        <a:p>
          <a:endParaRPr lang="en-US"/>
        </a:p>
      </dgm:t>
    </dgm:pt>
    <dgm:pt modelId="{4D0F4DC7-09F7-44C1-A020-76304C390234}" type="sibTrans" cxnId="{FD079A08-0609-427A-8550-E5490291318B}">
      <dgm:prSet/>
      <dgm:spPr/>
      <dgm:t>
        <a:bodyPr/>
        <a:lstStyle/>
        <a:p>
          <a:endParaRPr lang="en-US"/>
        </a:p>
      </dgm:t>
    </dgm:pt>
    <dgm:pt modelId="{27517025-4674-49C6-8DD1-5B427084C318}">
      <dgm:prSet/>
      <dgm:spPr/>
      <dgm:t>
        <a:bodyPr/>
        <a:lstStyle/>
        <a:p>
          <a:r>
            <a:rPr lang="en-US"/>
            <a:t>Number of Reviews</a:t>
          </a:r>
        </a:p>
      </dgm:t>
    </dgm:pt>
    <dgm:pt modelId="{DA7A0248-775B-4B4B-A7B5-182E21E9D016}" type="parTrans" cxnId="{2D850ACA-CDE8-4C32-BC3D-115BEED15573}">
      <dgm:prSet/>
      <dgm:spPr/>
      <dgm:t>
        <a:bodyPr/>
        <a:lstStyle/>
        <a:p>
          <a:endParaRPr lang="en-US"/>
        </a:p>
      </dgm:t>
    </dgm:pt>
    <dgm:pt modelId="{612849B1-DC24-414C-A5C1-4473D8B56A47}" type="sibTrans" cxnId="{2D850ACA-CDE8-4C32-BC3D-115BEED15573}">
      <dgm:prSet/>
      <dgm:spPr/>
      <dgm:t>
        <a:bodyPr/>
        <a:lstStyle/>
        <a:p>
          <a:endParaRPr lang="en-US"/>
        </a:p>
      </dgm:t>
    </dgm:pt>
    <dgm:pt modelId="{EC9C84FA-8A52-4EE9-BEB9-93F21CD250FE}" type="pres">
      <dgm:prSet presAssocID="{D19EEC0E-1B3E-41F7-A9B8-4D4F8CE730A8}" presName="Name0" presStyleCnt="0">
        <dgm:presLayoutVars>
          <dgm:dir/>
          <dgm:resizeHandles val="exact"/>
        </dgm:presLayoutVars>
      </dgm:prSet>
      <dgm:spPr/>
    </dgm:pt>
    <dgm:pt modelId="{D3F47D5E-EE7C-49CB-8BAC-FCB6020F42CC}" type="pres">
      <dgm:prSet presAssocID="{4849A061-BA66-476F-8F12-E6FCF189089D}" presName="node" presStyleLbl="node1" presStyleIdx="0" presStyleCnt="2" custScaleX="149954" custScaleY="170325">
        <dgm:presLayoutVars>
          <dgm:bulletEnabled val="1"/>
        </dgm:presLayoutVars>
      </dgm:prSet>
      <dgm:spPr/>
    </dgm:pt>
    <dgm:pt modelId="{79693676-4CFF-4A67-879D-9A8835A2165D}" type="pres">
      <dgm:prSet presAssocID="{94FA5C1B-16B2-4304-B233-34468A7D6A97}" presName="sibTrans" presStyleLbl="sibTrans1D1" presStyleIdx="0" presStyleCnt="1"/>
      <dgm:spPr/>
    </dgm:pt>
    <dgm:pt modelId="{86B14295-23F1-49EF-8750-04E2318B30B4}" type="pres">
      <dgm:prSet presAssocID="{94FA5C1B-16B2-4304-B233-34468A7D6A97}" presName="connectorText" presStyleLbl="sibTrans1D1" presStyleIdx="0" presStyleCnt="1"/>
      <dgm:spPr/>
    </dgm:pt>
    <dgm:pt modelId="{E845C43E-2F78-45C1-B996-B09453BE4446}" type="pres">
      <dgm:prSet presAssocID="{86D46DE6-2281-4095-BE7C-05E926C129C0}" presName="node" presStyleLbl="node1" presStyleIdx="1" presStyleCnt="2" custScaleX="189913" custScaleY="206601">
        <dgm:presLayoutVars>
          <dgm:bulletEnabled val="1"/>
        </dgm:presLayoutVars>
      </dgm:prSet>
      <dgm:spPr/>
    </dgm:pt>
  </dgm:ptLst>
  <dgm:cxnLst>
    <dgm:cxn modelId="{75F15407-1DF3-488D-90E0-6E59E77ACCB7}" srcId="{86D46DE6-2281-4095-BE7C-05E926C129C0}" destId="{E4C9F1B7-E927-45BD-8663-4A9725E9AE97}" srcOrd="0" destOrd="0" parTransId="{CE7184C8-73F5-41C6-9B19-B0B55060E34F}" sibTransId="{9F7BA586-AF80-4F9F-AF52-7F3BB987FD43}"/>
    <dgm:cxn modelId="{FD079A08-0609-427A-8550-E5490291318B}" srcId="{86D46DE6-2281-4095-BE7C-05E926C129C0}" destId="{3170F78F-48DE-408A-BEBF-82B753F41DB6}" srcOrd="7" destOrd="0" parTransId="{D02CE8E6-7941-4991-90E8-8AC6C52F77A6}" sibTransId="{4D0F4DC7-09F7-44C1-A020-76304C390234}"/>
    <dgm:cxn modelId="{ACBADC0E-9D24-4137-887C-53FFADAA9612}" srcId="{86D46DE6-2281-4095-BE7C-05E926C129C0}" destId="{08530C2B-A5A2-4A22-9095-FE1B4460E2A7}" srcOrd="3" destOrd="0" parTransId="{B12C5DFE-C57D-4F2B-9A8B-435146102E5D}" sibTransId="{0D6DCB87-C36B-4F2D-9F47-63ADDE09BEBE}"/>
    <dgm:cxn modelId="{9632C60F-F152-4762-A0B6-888074BF58A1}" srcId="{D19EEC0E-1B3E-41F7-A9B8-4D4F8CE730A8}" destId="{4849A061-BA66-476F-8F12-E6FCF189089D}" srcOrd="0" destOrd="0" parTransId="{5550B3FE-9477-4147-BA84-EB05404EF17F}" sibTransId="{94FA5C1B-16B2-4304-B233-34468A7D6A97}"/>
    <dgm:cxn modelId="{DA453C31-0F87-4028-8A96-5AA75C9A7246}" srcId="{D19EEC0E-1B3E-41F7-A9B8-4D4F8CE730A8}" destId="{86D46DE6-2281-4095-BE7C-05E926C129C0}" srcOrd="1" destOrd="0" parTransId="{614AD8DF-285E-44DC-AAC4-F9D1ADDF1A96}" sibTransId="{76E11B66-1B2B-413D-948F-1D3B2F56815E}"/>
    <dgm:cxn modelId="{DB588832-7810-4718-9FEF-32D167A1A7FF}" type="presOf" srcId="{19F8023A-0D93-4340-9726-390416669A19}" destId="{E845C43E-2F78-45C1-B996-B09453BE4446}" srcOrd="0" destOrd="5" presId="urn:microsoft.com/office/officeart/2016/7/layout/RepeatingBendingProcessNew"/>
    <dgm:cxn modelId="{880CE35D-7A13-4B3C-A161-9D86B8DBF4F2}" type="presOf" srcId="{175A3CFF-EC4C-4744-AE1F-2DBC26330EE5}" destId="{E845C43E-2F78-45C1-B996-B09453BE4446}" srcOrd="0" destOrd="2" presId="urn:microsoft.com/office/officeart/2016/7/layout/RepeatingBendingProcessNew"/>
    <dgm:cxn modelId="{7D7DD761-F2A5-49DF-A8A6-5794C7E0E41D}" srcId="{86D46DE6-2281-4095-BE7C-05E926C129C0}" destId="{175A3CFF-EC4C-4744-AE1F-2DBC26330EE5}" srcOrd="1" destOrd="0" parTransId="{48408787-CCD0-4042-BE88-DC9B9E47AC3C}" sibTransId="{D6A03AAA-2A8F-48FD-A153-0EF409ED342B}"/>
    <dgm:cxn modelId="{217ED548-F8AF-4870-8782-97109359E8B9}" srcId="{86D46DE6-2281-4095-BE7C-05E926C129C0}" destId="{19F8023A-0D93-4340-9726-390416669A19}" srcOrd="4" destOrd="0" parTransId="{DB1FBE45-BD92-4B7A-8F82-C3A60B8DAD42}" sibTransId="{546D03B2-247C-4C8A-ACB8-E73814AF7AB1}"/>
    <dgm:cxn modelId="{36FD8470-2784-4762-AB6C-BD7D76DD2B6F}" type="presOf" srcId="{3505D9FF-AA4C-4151-B50B-C0EC0EA65D2D}" destId="{E845C43E-2F78-45C1-B996-B09453BE4446}" srcOrd="0" destOrd="6" presId="urn:microsoft.com/office/officeart/2016/7/layout/RepeatingBendingProcessNew"/>
    <dgm:cxn modelId="{67D72A52-905B-4789-BB01-D155497D55A2}" type="presOf" srcId="{E4C9F1B7-E927-45BD-8663-4A9725E9AE97}" destId="{E845C43E-2F78-45C1-B996-B09453BE4446}" srcOrd="0" destOrd="1" presId="urn:microsoft.com/office/officeart/2016/7/layout/RepeatingBendingProcessNew"/>
    <dgm:cxn modelId="{85B61053-B65C-4968-B319-7E235D62112A}" type="presOf" srcId="{94FA5C1B-16B2-4304-B233-34468A7D6A97}" destId="{86B14295-23F1-49EF-8750-04E2318B30B4}" srcOrd="1" destOrd="0" presId="urn:microsoft.com/office/officeart/2016/7/layout/RepeatingBendingProcessNew"/>
    <dgm:cxn modelId="{9840AB7B-52D6-4678-A4E5-F37B488891E2}" type="presOf" srcId="{27517025-4674-49C6-8DD1-5B427084C318}" destId="{E845C43E-2F78-45C1-B996-B09453BE4446}" srcOrd="0" destOrd="9" presId="urn:microsoft.com/office/officeart/2016/7/layout/RepeatingBendingProcessNew"/>
    <dgm:cxn modelId="{902D4494-8EC7-45AC-9E0C-4F88DBC456BB}" type="presOf" srcId="{86D46DE6-2281-4095-BE7C-05E926C129C0}" destId="{E845C43E-2F78-45C1-B996-B09453BE4446}" srcOrd="0" destOrd="0" presId="urn:microsoft.com/office/officeart/2016/7/layout/RepeatingBendingProcessNew"/>
    <dgm:cxn modelId="{75DEC5A4-A8D6-4302-AEEE-323318C9E8A0}" srcId="{86D46DE6-2281-4095-BE7C-05E926C129C0}" destId="{B2EB3A97-B33D-4111-B5DC-B20D3F216C38}" srcOrd="2" destOrd="0" parTransId="{712DEF30-821B-4DDD-9ACB-CFDE0769A0EE}" sibTransId="{EC8C618B-7473-4E0D-8B31-537CF830DA03}"/>
    <dgm:cxn modelId="{B2F2B9B4-B7C6-4716-B490-0D102CB71C96}" type="presOf" srcId="{08530C2B-A5A2-4A22-9095-FE1B4460E2A7}" destId="{E845C43E-2F78-45C1-B996-B09453BE4446}" srcOrd="0" destOrd="4" presId="urn:microsoft.com/office/officeart/2016/7/layout/RepeatingBendingProcessNew"/>
    <dgm:cxn modelId="{6F4E6AB7-7639-4F4D-A5C0-BD11CAC9F8B4}" type="presOf" srcId="{1E901D22-1EC2-4AA9-B281-2FFFAB233C86}" destId="{E845C43E-2F78-45C1-B996-B09453BE4446}" srcOrd="0" destOrd="7" presId="urn:microsoft.com/office/officeart/2016/7/layout/RepeatingBendingProcessNew"/>
    <dgm:cxn modelId="{DDC20EBD-DB20-4896-A732-24AE9DC778C1}" srcId="{86D46DE6-2281-4095-BE7C-05E926C129C0}" destId="{1E901D22-1EC2-4AA9-B281-2FFFAB233C86}" srcOrd="6" destOrd="0" parTransId="{A69AAA66-07BB-43C7-AAD1-111A19CB8285}" sibTransId="{3D02FB74-53A8-46AD-9452-2D69B535DA0E}"/>
    <dgm:cxn modelId="{606905C7-0386-42BF-AFC9-95BD187C6D75}" type="presOf" srcId="{94FA5C1B-16B2-4304-B233-34468A7D6A97}" destId="{79693676-4CFF-4A67-879D-9A8835A2165D}" srcOrd="0" destOrd="0" presId="urn:microsoft.com/office/officeart/2016/7/layout/RepeatingBendingProcessNew"/>
    <dgm:cxn modelId="{2D850ACA-CDE8-4C32-BC3D-115BEED15573}" srcId="{86D46DE6-2281-4095-BE7C-05E926C129C0}" destId="{27517025-4674-49C6-8DD1-5B427084C318}" srcOrd="8" destOrd="0" parTransId="{DA7A0248-775B-4B4B-A7B5-182E21E9D016}" sibTransId="{612849B1-DC24-414C-A5C1-4473D8B56A47}"/>
    <dgm:cxn modelId="{2B3666CD-3162-4DEB-9B38-823C6D6F3970}" type="presOf" srcId="{D19EEC0E-1B3E-41F7-A9B8-4D4F8CE730A8}" destId="{EC9C84FA-8A52-4EE9-BEB9-93F21CD250FE}" srcOrd="0" destOrd="0" presId="urn:microsoft.com/office/officeart/2016/7/layout/RepeatingBendingProcessNew"/>
    <dgm:cxn modelId="{30C89CD1-87D6-4265-974B-C42912A1B3BE}" type="presOf" srcId="{B2EB3A97-B33D-4111-B5DC-B20D3F216C38}" destId="{E845C43E-2F78-45C1-B996-B09453BE4446}" srcOrd="0" destOrd="3" presId="urn:microsoft.com/office/officeart/2016/7/layout/RepeatingBendingProcessNew"/>
    <dgm:cxn modelId="{FB5335D4-FB3F-4CA4-BACD-D0A6886CCB71}" type="presOf" srcId="{3170F78F-48DE-408A-BEBF-82B753F41DB6}" destId="{E845C43E-2F78-45C1-B996-B09453BE4446}" srcOrd="0" destOrd="8" presId="urn:microsoft.com/office/officeart/2016/7/layout/RepeatingBendingProcessNew"/>
    <dgm:cxn modelId="{B6412CE6-57A0-4B9A-82DE-0F1AB16EC94B}" srcId="{86D46DE6-2281-4095-BE7C-05E926C129C0}" destId="{3505D9FF-AA4C-4151-B50B-C0EC0EA65D2D}" srcOrd="5" destOrd="0" parTransId="{5412CD13-2780-47FF-80DC-4A15C548D9BF}" sibTransId="{D828A3DA-DFCC-4777-B0AA-C42EBAEF6A9F}"/>
    <dgm:cxn modelId="{0602EDFC-1A8E-4FF0-B098-36B70E7587FB}" type="presOf" srcId="{4849A061-BA66-476F-8F12-E6FCF189089D}" destId="{D3F47D5E-EE7C-49CB-8BAC-FCB6020F42CC}" srcOrd="0" destOrd="0" presId="urn:microsoft.com/office/officeart/2016/7/layout/RepeatingBendingProcessNew"/>
    <dgm:cxn modelId="{090DCD59-5618-444A-A1F8-9371F623F944}" type="presParOf" srcId="{EC9C84FA-8A52-4EE9-BEB9-93F21CD250FE}" destId="{D3F47D5E-EE7C-49CB-8BAC-FCB6020F42CC}" srcOrd="0" destOrd="0" presId="urn:microsoft.com/office/officeart/2016/7/layout/RepeatingBendingProcessNew"/>
    <dgm:cxn modelId="{D4518625-51AF-418B-A081-9D548F80D7C8}" type="presParOf" srcId="{EC9C84FA-8A52-4EE9-BEB9-93F21CD250FE}" destId="{79693676-4CFF-4A67-879D-9A8835A2165D}" srcOrd="1" destOrd="0" presId="urn:microsoft.com/office/officeart/2016/7/layout/RepeatingBendingProcessNew"/>
    <dgm:cxn modelId="{71A822E8-93FA-40AD-85EF-F824325BBF46}" type="presParOf" srcId="{79693676-4CFF-4A67-879D-9A8835A2165D}" destId="{86B14295-23F1-49EF-8750-04E2318B30B4}" srcOrd="0" destOrd="0" presId="urn:microsoft.com/office/officeart/2016/7/layout/RepeatingBendingProcessNew"/>
    <dgm:cxn modelId="{33E2A443-6A6C-4CD2-82BC-E2C897EB0330}" type="presParOf" srcId="{EC9C84FA-8A52-4EE9-BEB9-93F21CD250FE}" destId="{E845C43E-2F78-45C1-B996-B09453BE4446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84D3C0-723C-4EBA-8DC5-EEFDC630A0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993E5A-DCD8-4F56-A11D-F52784C64504}">
      <dgm:prSet/>
      <dgm:spPr/>
      <dgm:t>
        <a:bodyPr/>
        <a:lstStyle/>
        <a:p>
          <a:r>
            <a:rPr lang="en-US"/>
            <a:t>Kaggle Movie data set</a:t>
          </a:r>
        </a:p>
      </dgm:t>
    </dgm:pt>
    <dgm:pt modelId="{98786CDB-4EC8-413E-A176-90C61E3078D3}" type="parTrans" cxnId="{026E2714-D3D2-42FB-86AE-0533DA564E35}">
      <dgm:prSet/>
      <dgm:spPr/>
      <dgm:t>
        <a:bodyPr/>
        <a:lstStyle/>
        <a:p>
          <a:endParaRPr lang="en-US"/>
        </a:p>
      </dgm:t>
    </dgm:pt>
    <dgm:pt modelId="{F935025E-8F51-439D-9EE0-E645A4766A7A}" type="sibTrans" cxnId="{026E2714-D3D2-42FB-86AE-0533DA564E35}">
      <dgm:prSet/>
      <dgm:spPr/>
      <dgm:t>
        <a:bodyPr/>
        <a:lstStyle/>
        <a:p>
          <a:endParaRPr lang="en-US"/>
        </a:p>
      </dgm:t>
    </dgm:pt>
    <dgm:pt modelId="{9329B9F6-B9ED-4CCD-AB8B-BEAC48A6CD5C}">
      <dgm:prSet/>
      <dgm:spPr/>
      <dgm:t>
        <a:bodyPr/>
        <a:lstStyle/>
        <a:p>
          <a:r>
            <a:rPr lang="en-US"/>
            <a:t>500 Blockbuster Movies</a:t>
          </a:r>
        </a:p>
      </dgm:t>
    </dgm:pt>
    <dgm:pt modelId="{140BCA21-18BA-4E94-BE32-AD6809AA8E48}" type="parTrans" cxnId="{F551A93D-B0A0-45CB-8A21-C2F232D071E1}">
      <dgm:prSet/>
      <dgm:spPr/>
      <dgm:t>
        <a:bodyPr/>
        <a:lstStyle/>
        <a:p>
          <a:endParaRPr lang="en-US"/>
        </a:p>
      </dgm:t>
    </dgm:pt>
    <dgm:pt modelId="{BE2BA7E9-08DE-4E72-B26F-408E6469161A}" type="sibTrans" cxnId="{F551A93D-B0A0-45CB-8A21-C2F232D071E1}">
      <dgm:prSet/>
      <dgm:spPr/>
      <dgm:t>
        <a:bodyPr/>
        <a:lstStyle/>
        <a:p>
          <a:endParaRPr lang="en-US"/>
        </a:p>
      </dgm:t>
    </dgm:pt>
    <dgm:pt modelId="{AAAF4A0E-B5FF-4858-A8AF-2D5300D82A52}">
      <dgm:prSet/>
      <dgm:spPr/>
      <dgm:t>
        <a:bodyPr/>
        <a:lstStyle/>
        <a:p>
          <a:r>
            <a:rPr lang="en-US"/>
            <a:t>1988 to 2014</a:t>
          </a:r>
        </a:p>
      </dgm:t>
    </dgm:pt>
    <dgm:pt modelId="{B6CA0E31-022D-4DA1-842F-12563A5B27E0}" type="parTrans" cxnId="{7F3F5EF4-6656-4D31-B294-CEFBE3C34ED5}">
      <dgm:prSet/>
      <dgm:spPr/>
      <dgm:t>
        <a:bodyPr/>
        <a:lstStyle/>
        <a:p>
          <a:endParaRPr lang="en-US"/>
        </a:p>
      </dgm:t>
    </dgm:pt>
    <dgm:pt modelId="{5C45D342-BE4A-4A64-B1A6-6040F538E8C6}" type="sibTrans" cxnId="{7F3F5EF4-6656-4D31-B294-CEFBE3C34ED5}">
      <dgm:prSet/>
      <dgm:spPr/>
      <dgm:t>
        <a:bodyPr/>
        <a:lstStyle/>
        <a:p>
          <a:endParaRPr lang="en-US"/>
        </a:p>
      </dgm:t>
    </dgm:pt>
    <dgm:pt modelId="{D853AB44-A651-4036-A656-5688AEFC7003}" type="pres">
      <dgm:prSet presAssocID="{2784D3C0-723C-4EBA-8DC5-EEFDC630A05F}" presName="linear" presStyleCnt="0">
        <dgm:presLayoutVars>
          <dgm:animLvl val="lvl"/>
          <dgm:resizeHandles val="exact"/>
        </dgm:presLayoutVars>
      </dgm:prSet>
      <dgm:spPr/>
    </dgm:pt>
    <dgm:pt modelId="{5BFBE37F-9FEE-4BA7-B3B0-CFFF0DC63C38}" type="pres">
      <dgm:prSet presAssocID="{D7993E5A-DCD8-4F56-A11D-F52784C645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4DF2CDC-964D-4985-BCE2-2084F75800A5}" type="pres">
      <dgm:prSet presAssocID="{F935025E-8F51-439D-9EE0-E645A4766A7A}" presName="spacer" presStyleCnt="0"/>
      <dgm:spPr/>
    </dgm:pt>
    <dgm:pt modelId="{B2FEAA1C-03C9-4487-92AD-6B64C50EB2A0}" type="pres">
      <dgm:prSet presAssocID="{9329B9F6-B9ED-4CCD-AB8B-BEAC48A6CD5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49B6480-EB59-40DC-BCD0-176983E58722}" type="pres">
      <dgm:prSet presAssocID="{BE2BA7E9-08DE-4E72-B26F-408E6469161A}" presName="spacer" presStyleCnt="0"/>
      <dgm:spPr/>
    </dgm:pt>
    <dgm:pt modelId="{B39880DA-99E7-44A0-8118-51769FA5F318}" type="pres">
      <dgm:prSet presAssocID="{AAAF4A0E-B5FF-4858-A8AF-2D5300D82A5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26E2714-D3D2-42FB-86AE-0533DA564E35}" srcId="{2784D3C0-723C-4EBA-8DC5-EEFDC630A05F}" destId="{D7993E5A-DCD8-4F56-A11D-F52784C64504}" srcOrd="0" destOrd="0" parTransId="{98786CDB-4EC8-413E-A176-90C61E3078D3}" sibTransId="{F935025E-8F51-439D-9EE0-E645A4766A7A}"/>
    <dgm:cxn modelId="{224CBB24-67DC-475C-8C99-9DE62CEB5996}" type="presOf" srcId="{2784D3C0-723C-4EBA-8DC5-EEFDC630A05F}" destId="{D853AB44-A651-4036-A656-5688AEFC7003}" srcOrd="0" destOrd="0" presId="urn:microsoft.com/office/officeart/2005/8/layout/vList2"/>
    <dgm:cxn modelId="{F551A93D-B0A0-45CB-8A21-C2F232D071E1}" srcId="{2784D3C0-723C-4EBA-8DC5-EEFDC630A05F}" destId="{9329B9F6-B9ED-4CCD-AB8B-BEAC48A6CD5C}" srcOrd="1" destOrd="0" parTransId="{140BCA21-18BA-4E94-BE32-AD6809AA8E48}" sibTransId="{BE2BA7E9-08DE-4E72-B26F-408E6469161A}"/>
    <dgm:cxn modelId="{740E546C-0942-4CD8-80A6-91176587AFD2}" type="presOf" srcId="{AAAF4A0E-B5FF-4858-A8AF-2D5300D82A52}" destId="{B39880DA-99E7-44A0-8118-51769FA5F318}" srcOrd="0" destOrd="0" presId="urn:microsoft.com/office/officeart/2005/8/layout/vList2"/>
    <dgm:cxn modelId="{3F2A2171-9C34-4172-A59F-8669B20D3BC8}" type="presOf" srcId="{D7993E5A-DCD8-4F56-A11D-F52784C64504}" destId="{5BFBE37F-9FEE-4BA7-B3B0-CFFF0DC63C38}" srcOrd="0" destOrd="0" presId="urn:microsoft.com/office/officeart/2005/8/layout/vList2"/>
    <dgm:cxn modelId="{D4B8FBDA-5AD8-4B8B-BD07-B73E9AA0EA8A}" type="presOf" srcId="{9329B9F6-B9ED-4CCD-AB8B-BEAC48A6CD5C}" destId="{B2FEAA1C-03C9-4487-92AD-6B64C50EB2A0}" srcOrd="0" destOrd="0" presId="urn:microsoft.com/office/officeart/2005/8/layout/vList2"/>
    <dgm:cxn modelId="{7F3F5EF4-6656-4D31-B294-CEFBE3C34ED5}" srcId="{2784D3C0-723C-4EBA-8DC5-EEFDC630A05F}" destId="{AAAF4A0E-B5FF-4858-A8AF-2D5300D82A52}" srcOrd="2" destOrd="0" parTransId="{B6CA0E31-022D-4DA1-842F-12563A5B27E0}" sibTransId="{5C45D342-BE4A-4A64-B1A6-6040F538E8C6}"/>
    <dgm:cxn modelId="{181B1B53-1B27-4DDD-AD8C-B9A94FF612AB}" type="presParOf" srcId="{D853AB44-A651-4036-A656-5688AEFC7003}" destId="{5BFBE37F-9FEE-4BA7-B3B0-CFFF0DC63C38}" srcOrd="0" destOrd="0" presId="urn:microsoft.com/office/officeart/2005/8/layout/vList2"/>
    <dgm:cxn modelId="{B1271382-EB89-493A-901F-E6C147D0FC62}" type="presParOf" srcId="{D853AB44-A651-4036-A656-5688AEFC7003}" destId="{F4DF2CDC-964D-4985-BCE2-2084F75800A5}" srcOrd="1" destOrd="0" presId="urn:microsoft.com/office/officeart/2005/8/layout/vList2"/>
    <dgm:cxn modelId="{0B1D3761-2430-4792-9258-89F7A0503579}" type="presParOf" srcId="{D853AB44-A651-4036-A656-5688AEFC7003}" destId="{B2FEAA1C-03C9-4487-92AD-6B64C50EB2A0}" srcOrd="2" destOrd="0" presId="urn:microsoft.com/office/officeart/2005/8/layout/vList2"/>
    <dgm:cxn modelId="{CD1BB9F4-E889-45DD-BEB6-522278772393}" type="presParOf" srcId="{D853AB44-A651-4036-A656-5688AEFC7003}" destId="{749B6480-EB59-40DC-BCD0-176983E58722}" srcOrd="3" destOrd="0" presId="urn:microsoft.com/office/officeart/2005/8/layout/vList2"/>
    <dgm:cxn modelId="{93E96871-6303-484C-B2E3-9315266FB763}" type="presParOf" srcId="{D853AB44-A651-4036-A656-5688AEFC7003}" destId="{B39880DA-99E7-44A0-8118-51769FA5F31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F8A8FE-2662-4382-B208-9FB1BA55DDB4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CFF1BED-C49F-4585-8A78-B76ACC714B53}">
      <dgm:prSet/>
      <dgm:spPr/>
      <dgm:t>
        <a:bodyPr/>
        <a:lstStyle/>
        <a:p>
          <a:r>
            <a:rPr lang="en-US" dirty="0"/>
            <a:t>There were three predictive variables, Gross, ROI and Net Profit. </a:t>
          </a:r>
        </a:p>
        <a:p>
          <a:r>
            <a:rPr lang="en-US" dirty="0"/>
            <a:t>The Log of the Gross was chosen to be used for modeling</a:t>
          </a:r>
        </a:p>
      </dgm:t>
    </dgm:pt>
    <dgm:pt modelId="{F9A1BD31-BA09-4E53-A248-6E7A3295978C}" type="parTrans" cxnId="{ADFB26CE-7EAB-451A-9950-93012DF4B653}">
      <dgm:prSet/>
      <dgm:spPr/>
      <dgm:t>
        <a:bodyPr/>
        <a:lstStyle/>
        <a:p>
          <a:endParaRPr lang="en-US"/>
        </a:p>
      </dgm:t>
    </dgm:pt>
    <dgm:pt modelId="{75BB8BC0-8105-4CB2-9EDF-58DE16922EA8}" type="sibTrans" cxnId="{ADFB26CE-7EAB-451A-9950-93012DF4B653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9C00837A-B5EE-4E2F-BD96-C967B5F4FFCC}">
      <dgm:prSet/>
      <dgm:spPr/>
      <dgm:t>
        <a:bodyPr/>
        <a:lstStyle/>
        <a:p>
          <a:r>
            <a:rPr lang="en-US" dirty="0"/>
            <a:t>The month was encoded as a sine/cosine feature.</a:t>
          </a:r>
        </a:p>
      </dgm:t>
    </dgm:pt>
    <dgm:pt modelId="{243A9005-5AF5-48C6-AFDA-245606BB278B}" type="parTrans" cxnId="{69928AFE-5752-49B8-BAA4-705C9E5FBA66}">
      <dgm:prSet/>
      <dgm:spPr/>
      <dgm:t>
        <a:bodyPr/>
        <a:lstStyle/>
        <a:p>
          <a:endParaRPr lang="en-US"/>
        </a:p>
      </dgm:t>
    </dgm:pt>
    <dgm:pt modelId="{2E0963A0-1726-492D-B7AB-6599FD272D57}" type="sibTrans" cxnId="{69928AFE-5752-49B8-BAA4-705C9E5FBA66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8597418A-58DB-4F55-9E06-2F34CAFAA3C9}">
      <dgm:prSet/>
      <dgm:spPr/>
      <dgm:t>
        <a:bodyPr/>
        <a:lstStyle/>
        <a:p>
          <a:r>
            <a:rPr lang="en-US"/>
            <a:t>Linear, XGBoost, Random Forest, and SVR was testing for modeling</a:t>
          </a:r>
        </a:p>
      </dgm:t>
    </dgm:pt>
    <dgm:pt modelId="{7AA1E586-7993-433F-9C0B-22C0D15CBE0A}" type="parTrans" cxnId="{51EEA6ED-65BB-4F8A-94AD-8E31F29FCDF2}">
      <dgm:prSet/>
      <dgm:spPr/>
      <dgm:t>
        <a:bodyPr/>
        <a:lstStyle/>
        <a:p>
          <a:endParaRPr lang="en-US"/>
        </a:p>
      </dgm:t>
    </dgm:pt>
    <dgm:pt modelId="{7CDBED70-78C8-459A-B77C-3790DEAB9F63}" type="sibTrans" cxnId="{51EEA6ED-65BB-4F8A-94AD-8E31F29FCDF2}">
      <dgm:prSet/>
      <dgm:spPr/>
      <dgm:t>
        <a:bodyPr/>
        <a:lstStyle/>
        <a:p>
          <a:endParaRPr lang="en-US"/>
        </a:p>
      </dgm:t>
    </dgm:pt>
    <dgm:pt modelId="{C762A673-6664-42A1-93BC-45B14173FF87}" type="pres">
      <dgm:prSet presAssocID="{D0F8A8FE-2662-4382-B208-9FB1BA55DDB4}" presName="outerComposite" presStyleCnt="0">
        <dgm:presLayoutVars>
          <dgm:chMax val="5"/>
          <dgm:dir/>
          <dgm:resizeHandles val="exact"/>
        </dgm:presLayoutVars>
      </dgm:prSet>
      <dgm:spPr/>
    </dgm:pt>
    <dgm:pt modelId="{A71F7BA6-AB14-4A97-A5FC-9245FFEBEACB}" type="pres">
      <dgm:prSet presAssocID="{D0F8A8FE-2662-4382-B208-9FB1BA55DDB4}" presName="dummyMaxCanvas" presStyleCnt="0">
        <dgm:presLayoutVars/>
      </dgm:prSet>
      <dgm:spPr/>
    </dgm:pt>
    <dgm:pt modelId="{C12650D5-11AB-49B1-89BC-2E4116E8B936}" type="pres">
      <dgm:prSet presAssocID="{D0F8A8FE-2662-4382-B208-9FB1BA55DDB4}" presName="ThreeNodes_1" presStyleLbl="node1" presStyleIdx="0" presStyleCnt="3">
        <dgm:presLayoutVars>
          <dgm:bulletEnabled val="1"/>
        </dgm:presLayoutVars>
      </dgm:prSet>
      <dgm:spPr/>
    </dgm:pt>
    <dgm:pt modelId="{5CA61895-7D2F-42C1-9AA9-FD89B1BEDF58}" type="pres">
      <dgm:prSet presAssocID="{D0F8A8FE-2662-4382-B208-9FB1BA55DDB4}" presName="ThreeNodes_2" presStyleLbl="node1" presStyleIdx="1" presStyleCnt="3">
        <dgm:presLayoutVars>
          <dgm:bulletEnabled val="1"/>
        </dgm:presLayoutVars>
      </dgm:prSet>
      <dgm:spPr/>
    </dgm:pt>
    <dgm:pt modelId="{11100BF0-1F19-4C4E-9F05-548488AA7B9D}" type="pres">
      <dgm:prSet presAssocID="{D0F8A8FE-2662-4382-B208-9FB1BA55DDB4}" presName="ThreeNodes_3" presStyleLbl="node1" presStyleIdx="2" presStyleCnt="3">
        <dgm:presLayoutVars>
          <dgm:bulletEnabled val="1"/>
        </dgm:presLayoutVars>
      </dgm:prSet>
      <dgm:spPr/>
    </dgm:pt>
    <dgm:pt modelId="{BC4841FF-2F0D-41BB-B827-25CF43BE72DE}" type="pres">
      <dgm:prSet presAssocID="{D0F8A8FE-2662-4382-B208-9FB1BA55DDB4}" presName="ThreeConn_1-2" presStyleLbl="fgAccFollowNode1" presStyleIdx="0" presStyleCnt="2" custLinFactX="62484" custLinFactNeighborX="100000" custLinFactNeighborY="-2932">
        <dgm:presLayoutVars>
          <dgm:bulletEnabled val="1"/>
        </dgm:presLayoutVars>
      </dgm:prSet>
      <dgm:spPr/>
    </dgm:pt>
    <dgm:pt modelId="{63E458FB-74B9-4407-8055-289841C1AA6C}" type="pres">
      <dgm:prSet presAssocID="{D0F8A8FE-2662-4382-B208-9FB1BA55DDB4}" presName="ThreeConn_2-3" presStyleLbl="fgAccFollowNode1" presStyleIdx="1" presStyleCnt="2">
        <dgm:presLayoutVars>
          <dgm:bulletEnabled val="1"/>
        </dgm:presLayoutVars>
      </dgm:prSet>
      <dgm:spPr/>
    </dgm:pt>
    <dgm:pt modelId="{2F4FF948-8882-48D2-A414-78B78B65B4BE}" type="pres">
      <dgm:prSet presAssocID="{D0F8A8FE-2662-4382-B208-9FB1BA55DDB4}" presName="ThreeNodes_1_text" presStyleLbl="node1" presStyleIdx="2" presStyleCnt="3">
        <dgm:presLayoutVars>
          <dgm:bulletEnabled val="1"/>
        </dgm:presLayoutVars>
      </dgm:prSet>
      <dgm:spPr/>
    </dgm:pt>
    <dgm:pt modelId="{B925A882-8A54-4A94-AABD-88A059912FF2}" type="pres">
      <dgm:prSet presAssocID="{D0F8A8FE-2662-4382-B208-9FB1BA55DDB4}" presName="ThreeNodes_2_text" presStyleLbl="node1" presStyleIdx="2" presStyleCnt="3">
        <dgm:presLayoutVars>
          <dgm:bulletEnabled val="1"/>
        </dgm:presLayoutVars>
      </dgm:prSet>
      <dgm:spPr/>
    </dgm:pt>
    <dgm:pt modelId="{3D76B189-9BF7-4729-8763-7D04BBDD062E}" type="pres">
      <dgm:prSet presAssocID="{D0F8A8FE-2662-4382-B208-9FB1BA55DDB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948A500-CECD-40A0-B1E9-7D8D37F95192}" type="presOf" srcId="{75BB8BC0-8105-4CB2-9EDF-58DE16922EA8}" destId="{BC4841FF-2F0D-41BB-B827-25CF43BE72DE}" srcOrd="0" destOrd="0" presId="urn:microsoft.com/office/officeart/2005/8/layout/vProcess5"/>
    <dgm:cxn modelId="{46DC7526-6C0A-4461-8889-FC44721367A0}" type="presOf" srcId="{9C00837A-B5EE-4E2F-BD96-C967B5F4FFCC}" destId="{5CA61895-7D2F-42C1-9AA9-FD89B1BEDF58}" srcOrd="0" destOrd="0" presId="urn:microsoft.com/office/officeart/2005/8/layout/vProcess5"/>
    <dgm:cxn modelId="{19EC9A26-D9C9-4F9D-9B12-B8D981812D36}" type="presOf" srcId="{8597418A-58DB-4F55-9E06-2F34CAFAA3C9}" destId="{3D76B189-9BF7-4729-8763-7D04BBDD062E}" srcOrd="1" destOrd="0" presId="urn:microsoft.com/office/officeart/2005/8/layout/vProcess5"/>
    <dgm:cxn modelId="{81968848-D1DD-403B-A968-04E73EE7EA18}" type="presOf" srcId="{D0F8A8FE-2662-4382-B208-9FB1BA55DDB4}" destId="{C762A673-6664-42A1-93BC-45B14173FF87}" srcOrd="0" destOrd="0" presId="urn:microsoft.com/office/officeart/2005/8/layout/vProcess5"/>
    <dgm:cxn modelId="{0051F149-E975-4642-80A4-A733D24B4419}" type="presOf" srcId="{9C00837A-B5EE-4E2F-BD96-C967B5F4FFCC}" destId="{B925A882-8A54-4A94-AABD-88A059912FF2}" srcOrd="1" destOrd="0" presId="urn:microsoft.com/office/officeart/2005/8/layout/vProcess5"/>
    <dgm:cxn modelId="{1F2A9F83-8D92-49A0-98C4-BCFD2F2AF9D0}" type="presOf" srcId="{1CFF1BED-C49F-4585-8A78-B76ACC714B53}" destId="{C12650D5-11AB-49B1-89BC-2E4116E8B936}" srcOrd="0" destOrd="0" presId="urn:microsoft.com/office/officeart/2005/8/layout/vProcess5"/>
    <dgm:cxn modelId="{E335E69A-50F6-41BA-A236-31642CA144B2}" type="presOf" srcId="{1CFF1BED-C49F-4585-8A78-B76ACC714B53}" destId="{2F4FF948-8882-48D2-A414-78B78B65B4BE}" srcOrd="1" destOrd="0" presId="urn:microsoft.com/office/officeart/2005/8/layout/vProcess5"/>
    <dgm:cxn modelId="{ADFB26CE-7EAB-451A-9950-93012DF4B653}" srcId="{D0F8A8FE-2662-4382-B208-9FB1BA55DDB4}" destId="{1CFF1BED-C49F-4585-8A78-B76ACC714B53}" srcOrd="0" destOrd="0" parTransId="{F9A1BD31-BA09-4E53-A248-6E7A3295978C}" sibTransId="{75BB8BC0-8105-4CB2-9EDF-58DE16922EA8}"/>
    <dgm:cxn modelId="{51EEA6ED-65BB-4F8A-94AD-8E31F29FCDF2}" srcId="{D0F8A8FE-2662-4382-B208-9FB1BA55DDB4}" destId="{8597418A-58DB-4F55-9E06-2F34CAFAA3C9}" srcOrd="2" destOrd="0" parTransId="{7AA1E586-7993-433F-9C0B-22C0D15CBE0A}" sibTransId="{7CDBED70-78C8-459A-B77C-3790DEAB9F63}"/>
    <dgm:cxn modelId="{FCADBFEF-2E02-4246-8B7D-07A456DC857A}" type="presOf" srcId="{2E0963A0-1726-492D-B7AB-6599FD272D57}" destId="{63E458FB-74B9-4407-8055-289841C1AA6C}" srcOrd="0" destOrd="0" presId="urn:microsoft.com/office/officeart/2005/8/layout/vProcess5"/>
    <dgm:cxn modelId="{69928AFE-5752-49B8-BAA4-705C9E5FBA66}" srcId="{D0F8A8FE-2662-4382-B208-9FB1BA55DDB4}" destId="{9C00837A-B5EE-4E2F-BD96-C967B5F4FFCC}" srcOrd="1" destOrd="0" parTransId="{243A9005-5AF5-48C6-AFDA-245606BB278B}" sibTransId="{2E0963A0-1726-492D-B7AB-6599FD272D57}"/>
    <dgm:cxn modelId="{3CD9B1FE-25BB-4EDC-80ED-33F7ABCC35C7}" type="presOf" srcId="{8597418A-58DB-4F55-9E06-2F34CAFAA3C9}" destId="{11100BF0-1F19-4C4E-9F05-548488AA7B9D}" srcOrd="0" destOrd="0" presId="urn:microsoft.com/office/officeart/2005/8/layout/vProcess5"/>
    <dgm:cxn modelId="{37C638AB-BD74-4ED0-B0BD-4B18D20864E6}" type="presParOf" srcId="{C762A673-6664-42A1-93BC-45B14173FF87}" destId="{A71F7BA6-AB14-4A97-A5FC-9245FFEBEACB}" srcOrd="0" destOrd="0" presId="urn:microsoft.com/office/officeart/2005/8/layout/vProcess5"/>
    <dgm:cxn modelId="{D344E8CB-4432-4087-8624-313AA7F4CEC1}" type="presParOf" srcId="{C762A673-6664-42A1-93BC-45B14173FF87}" destId="{C12650D5-11AB-49B1-89BC-2E4116E8B936}" srcOrd="1" destOrd="0" presId="urn:microsoft.com/office/officeart/2005/8/layout/vProcess5"/>
    <dgm:cxn modelId="{F45BA14F-D0BD-4107-B398-A140C005E036}" type="presParOf" srcId="{C762A673-6664-42A1-93BC-45B14173FF87}" destId="{5CA61895-7D2F-42C1-9AA9-FD89B1BEDF58}" srcOrd="2" destOrd="0" presId="urn:microsoft.com/office/officeart/2005/8/layout/vProcess5"/>
    <dgm:cxn modelId="{CF29165D-440E-44CC-A419-AF2DF9053EBE}" type="presParOf" srcId="{C762A673-6664-42A1-93BC-45B14173FF87}" destId="{11100BF0-1F19-4C4E-9F05-548488AA7B9D}" srcOrd="3" destOrd="0" presId="urn:microsoft.com/office/officeart/2005/8/layout/vProcess5"/>
    <dgm:cxn modelId="{F1602A07-C297-4A49-922C-E2CA8C4992B4}" type="presParOf" srcId="{C762A673-6664-42A1-93BC-45B14173FF87}" destId="{BC4841FF-2F0D-41BB-B827-25CF43BE72DE}" srcOrd="4" destOrd="0" presId="urn:microsoft.com/office/officeart/2005/8/layout/vProcess5"/>
    <dgm:cxn modelId="{DB4C4488-8834-464D-B384-6DAAA532A71B}" type="presParOf" srcId="{C762A673-6664-42A1-93BC-45B14173FF87}" destId="{63E458FB-74B9-4407-8055-289841C1AA6C}" srcOrd="5" destOrd="0" presId="urn:microsoft.com/office/officeart/2005/8/layout/vProcess5"/>
    <dgm:cxn modelId="{8B0CD8C6-F814-4D42-B412-D5CC1EA2ECA6}" type="presParOf" srcId="{C762A673-6664-42A1-93BC-45B14173FF87}" destId="{2F4FF948-8882-48D2-A414-78B78B65B4BE}" srcOrd="6" destOrd="0" presId="urn:microsoft.com/office/officeart/2005/8/layout/vProcess5"/>
    <dgm:cxn modelId="{09C93752-5948-4100-B178-FF9A943A5265}" type="presParOf" srcId="{C762A673-6664-42A1-93BC-45B14173FF87}" destId="{B925A882-8A54-4A94-AABD-88A059912FF2}" srcOrd="7" destOrd="0" presId="urn:microsoft.com/office/officeart/2005/8/layout/vProcess5"/>
    <dgm:cxn modelId="{4BA205E6-4F9C-467F-BCF6-3BFC4BF6FA02}" type="presParOf" srcId="{C762A673-6664-42A1-93BC-45B14173FF87}" destId="{3D76B189-9BF7-4729-8763-7D04BBDD062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129C5E-215D-478C-A45D-44BB5B6B34A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23C0251-009E-4F72-8027-949AB9C3F9DC}">
      <dgm:prSet/>
      <dgm:spPr/>
      <dgm:t>
        <a:bodyPr/>
        <a:lstStyle/>
        <a:p>
          <a:r>
            <a:rPr lang="en-US"/>
            <a:t>Should include</a:t>
          </a:r>
        </a:p>
      </dgm:t>
    </dgm:pt>
    <dgm:pt modelId="{3681B1C6-B61F-411B-B466-56E7B59CED2B}" type="parTrans" cxnId="{4CEC2DB5-7207-426F-8179-8544644918E1}">
      <dgm:prSet/>
      <dgm:spPr/>
      <dgm:t>
        <a:bodyPr/>
        <a:lstStyle/>
        <a:p>
          <a:endParaRPr lang="en-US"/>
        </a:p>
      </dgm:t>
    </dgm:pt>
    <dgm:pt modelId="{B5E3BB98-3A95-4ACE-BC93-68E48D4F16EA}" type="sibTrans" cxnId="{4CEC2DB5-7207-426F-8179-8544644918E1}">
      <dgm:prSet/>
      <dgm:spPr/>
      <dgm:t>
        <a:bodyPr/>
        <a:lstStyle/>
        <a:p>
          <a:endParaRPr lang="en-US"/>
        </a:p>
      </dgm:t>
    </dgm:pt>
    <dgm:pt modelId="{C709C3F6-F611-47A3-863E-2ABAEBF96747}">
      <dgm:prSet/>
      <dgm:spPr/>
      <dgm:t>
        <a:bodyPr/>
        <a:lstStyle/>
        <a:p>
          <a:r>
            <a:rPr lang="en-US" dirty="0"/>
            <a:t>larger sample size</a:t>
          </a:r>
        </a:p>
      </dgm:t>
    </dgm:pt>
    <dgm:pt modelId="{CAE1C4F0-DA01-46A9-9548-B8D8B178CAFD}" type="parTrans" cxnId="{4BCA8FA3-05BD-4E2C-8429-684DA5E2AC73}">
      <dgm:prSet/>
      <dgm:spPr/>
      <dgm:t>
        <a:bodyPr/>
        <a:lstStyle/>
        <a:p>
          <a:endParaRPr lang="en-US"/>
        </a:p>
      </dgm:t>
    </dgm:pt>
    <dgm:pt modelId="{2EF702EF-4A09-4BCD-9D2C-9D119AF8B294}" type="sibTrans" cxnId="{4BCA8FA3-05BD-4E2C-8429-684DA5E2AC73}">
      <dgm:prSet/>
      <dgm:spPr/>
      <dgm:t>
        <a:bodyPr/>
        <a:lstStyle/>
        <a:p>
          <a:endParaRPr lang="en-US"/>
        </a:p>
      </dgm:t>
    </dgm:pt>
    <dgm:pt modelId="{91642333-B187-40EE-8433-9175BF2B3092}">
      <dgm:prSet/>
      <dgm:spPr/>
      <dgm:t>
        <a:bodyPr/>
        <a:lstStyle/>
        <a:p>
          <a:r>
            <a:rPr lang="en-US" dirty="0"/>
            <a:t>movie flops and blockbuster hits. </a:t>
          </a:r>
        </a:p>
      </dgm:t>
    </dgm:pt>
    <dgm:pt modelId="{20B34AAB-C4F0-4AB7-AB53-233DF0099163}" type="parTrans" cxnId="{B5600570-12E6-498F-81EA-5055BBA6231E}">
      <dgm:prSet/>
      <dgm:spPr/>
      <dgm:t>
        <a:bodyPr/>
        <a:lstStyle/>
        <a:p>
          <a:endParaRPr lang="en-US"/>
        </a:p>
      </dgm:t>
    </dgm:pt>
    <dgm:pt modelId="{A1F391D4-C9EE-46EC-9B06-80DABE4BC268}" type="sibTrans" cxnId="{B5600570-12E6-498F-81EA-5055BBA6231E}">
      <dgm:prSet/>
      <dgm:spPr/>
      <dgm:t>
        <a:bodyPr/>
        <a:lstStyle/>
        <a:p>
          <a:endParaRPr lang="en-US"/>
        </a:p>
      </dgm:t>
    </dgm:pt>
    <dgm:pt modelId="{3B6D2577-B114-4CD5-9C8E-BA2D26896943}">
      <dgm:prSet/>
      <dgm:spPr/>
      <dgm:t>
        <a:bodyPr/>
        <a:lstStyle/>
        <a:p>
          <a:r>
            <a:rPr lang="en-US" dirty="0"/>
            <a:t>Future features</a:t>
          </a:r>
        </a:p>
      </dgm:t>
    </dgm:pt>
    <dgm:pt modelId="{B1664B8B-4C54-488C-879F-27A26B5A2185}" type="parTrans" cxnId="{40C237D7-E9A0-417F-B3D8-4D5CA30997B7}">
      <dgm:prSet/>
      <dgm:spPr/>
      <dgm:t>
        <a:bodyPr/>
        <a:lstStyle/>
        <a:p>
          <a:endParaRPr lang="en-US"/>
        </a:p>
      </dgm:t>
    </dgm:pt>
    <dgm:pt modelId="{5BC27EED-7D09-4C95-970B-8192D3364F4D}" type="sibTrans" cxnId="{40C237D7-E9A0-417F-B3D8-4D5CA30997B7}">
      <dgm:prSet/>
      <dgm:spPr/>
      <dgm:t>
        <a:bodyPr/>
        <a:lstStyle/>
        <a:p>
          <a:endParaRPr lang="en-US"/>
        </a:p>
      </dgm:t>
    </dgm:pt>
    <dgm:pt modelId="{6748475B-7D72-4528-B995-25EB881BDD04}">
      <dgm:prSet/>
      <dgm:spPr/>
      <dgm:t>
        <a:bodyPr/>
        <a:lstStyle/>
        <a:p>
          <a:r>
            <a:rPr lang="en-US" dirty="0"/>
            <a:t>Directors</a:t>
          </a:r>
        </a:p>
      </dgm:t>
    </dgm:pt>
    <dgm:pt modelId="{3886F5E6-BE24-4754-8538-5379E365F887}" type="parTrans" cxnId="{5570F1A9-D46C-4C06-8DFB-363C3F9C9198}">
      <dgm:prSet/>
      <dgm:spPr/>
      <dgm:t>
        <a:bodyPr/>
        <a:lstStyle/>
        <a:p>
          <a:endParaRPr lang="en-US"/>
        </a:p>
      </dgm:t>
    </dgm:pt>
    <dgm:pt modelId="{A210F0A8-B360-4BF6-B566-CC6B56ECCEC0}" type="sibTrans" cxnId="{5570F1A9-D46C-4C06-8DFB-363C3F9C9198}">
      <dgm:prSet/>
      <dgm:spPr/>
      <dgm:t>
        <a:bodyPr/>
        <a:lstStyle/>
        <a:p>
          <a:endParaRPr lang="en-US"/>
        </a:p>
      </dgm:t>
    </dgm:pt>
    <dgm:pt modelId="{80CA78EB-7801-4F63-9C8B-AE39CE483B81}">
      <dgm:prSet/>
      <dgm:spPr/>
      <dgm:t>
        <a:bodyPr/>
        <a:lstStyle/>
        <a:p>
          <a:r>
            <a:rPr lang="en-US"/>
            <a:t>Production companies</a:t>
          </a:r>
        </a:p>
      </dgm:t>
    </dgm:pt>
    <dgm:pt modelId="{AE99EEDC-47C5-4138-B7C9-6A100A6F5692}" type="parTrans" cxnId="{8D7285D0-3DE2-478D-8D5F-46AF98BF1A53}">
      <dgm:prSet/>
      <dgm:spPr/>
      <dgm:t>
        <a:bodyPr/>
        <a:lstStyle/>
        <a:p>
          <a:endParaRPr lang="en-US"/>
        </a:p>
      </dgm:t>
    </dgm:pt>
    <dgm:pt modelId="{DD47329F-8676-4A0D-B8A2-5954871D05C9}" type="sibTrans" cxnId="{8D7285D0-3DE2-478D-8D5F-46AF98BF1A53}">
      <dgm:prSet/>
      <dgm:spPr/>
      <dgm:t>
        <a:bodyPr/>
        <a:lstStyle/>
        <a:p>
          <a:endParaRPr lang="en-US"/>
        </a:p>
      </dgm:t>
    </dgm:pt>
    <dgm:pt modelId="{9F7379B3-ED9B-43BE-B564-13D115C909BE}">
      <dgm:prSet/>
      <dgm:spPr/>
      <dgm:t>
        <a:bodyPr/>
        <a:lstStyle/>
        <a:p>
          <a:r>
            <a:rPr lang="en-US"/>
            <a:t>Production time</a:t>
          </a:r>
        </a:p>
      </dgm:t>
    </dgm:pt>
    <dgm:pt modelId="{4E5AC1A2-2361-4077-9DFC-A4ADD60FFF7F}" type="parTrans" cxnId="{125C32EE-F49F-423A-AB42-FEB1D76C1255}">
      <dgm:prSet/>
      <dgm:spPr/>
      <dgm:t>
        <a:bodyPr/>
        <a:lstStyle/>
        <a:p>
          <a:endParaRPr lang="en-US"/>
        </a:p>
      </dgm:t>
    </dgm:pt>
    <dgm:pt modelId="{6C154EF8-6C66-4DCB-94AF-B94F8D10E6A7}" type="sibTrans" cxnId="{125C32EE-F49F-423A-AB42-FEB1D76C1255}">
      <dgm:prSet/>
      <dgm:spPr/>
      <dgm:t>
        <a:bodyPr/>
        <a:lstStyle/>
        <a:p>
          <a:endParaRPr lang="en-US"/>
        </a:p>
      </dgm:t>
    </dgm:pt>
    <dgm:pt modelId="{C29A64A2-6E40-456E-BD6F-79AC1343415B}">
      <dgm:prSet/>
      <dgm:spPr/>
      <dgm:t>
        <a:bodyPr/>
        <a:lstStyle/>
        <a:p>
          <a:r>
            <a:rPr lang="en-US"/>
            <a:t>Cast </a:t>
          </a:r>
        </a:p>
      </dgm:t>
    </dgm:pt>
    <dgm:pt modelId="{061C00BA-9039-4293-81D4-7DE49D9B127C}" type="parTrans" cxnId="{51DBF0B7-E6AF-4E63-9442-3234276335F1}">
      <dgm:prSet/>
      <dgm:spPr/>
      <dgm:t>
        <a:bodyPr/>
        <a:lstStyle/>
        <a:p>
          <a:endParaRPr lang="en-US"/>
        </a:p>
      </dgm:t>
    </dgm:pt>
    <dgm:pt modelId="{A95390E0-2D40-4AF7-9F10-EC042E48B9EF}" type="sibTrans" cxnId="{51DBF0B7-E6AF-4E63-9442-3234276335F1}">
      <dgm:prSet/>
      <dgm:spPr/>
      <dgm:t>
        <a:bodyPr/>
        <a:lstStyle/>
        <a:p>
          <a:endParaRPr lang="en-US"/>
        </a:p>
      </dgm:t>
    </dgm:pt>
    <dgm:pt modelId="{092EFAEE-9A03-4539-B27F-859E030C0C14}">
      <dgm:prSet/>
      <dgm:spPr/>
      <dgm:t>
        <a:bodyPr/>
        <a:lstStyle/>
        <a:p>
          <a:r>
            <a:rPr lang="en-US" dirty="0" err="1"/>
            <a:t>ect</a:t>
          </a:r>
          <a:r>
            <a:rPr lang="en-US" dirty="0"/>
            <a:t>.</a:t>
          </a:r>
        </a:p>
      </dgm:t>
    </dgm:pt>
    <dgm:pt modelId="{1C0F1376-5BEE-40DA-99AB-F9312F7F037E}" type="parTrans" cxnId="{9079B052-480C-4C74-8514-9686DD458FAD}">
      <dgm:prSet/>
      <dgm:spPr/>
      <dgm:t>
        <a:bodyPr/>
        <a:lstStyle/>
        <a:p>
          <a:endParaRPr lang="en-US"/>
        </a:p>
      </dgm:t>
    </dgm:pt>
    <dgm:pt modelId="{D46F3689-A366-4B3B-8F41-77C45C3C74E3}" type="sibTrans" cxnId="{9079B052-480C-4C74-8514-9686DD458FAD}">
      <dgm:prSet/>
      <dgm:spPr/>
      <dgm:t>
        <a:bodyPr/>
        <a:lstStyle/>
        <a:p>
          <a:endParaRPr lang="en-US"/>
        </a:p>
      </dgm:t>
    </dgm:pt>
    <dgm:pt modelId="{9FFD52C4-0CA9-46D1-BDEC-8F8E0CFD411C}">
      <dgm:prSet/>
      <dgm:spPr/>
      <dgm:t>
        <a:bodyPr/>
        <a:lstStyle/>
        <a:p>
          <a:r>
            <a:rPr lang="en-US" dirty="0"/>
            <a:t>more robust data set</a:t>
          </a:r>
        </a:p>
      </dgm:t>
    </dgm:pt>
    <dgm:pt modelId="{DEE8C4EA-43AB-4751-85AE-2EF8F69D4328}" type="parTrans" cxnId="{EE835D7B-BB65-41F4-A93E-A987A9E46596}">
      <dgm:prSet/>
      <dgm:spPr/>
      <dgm:t>
        <a:bodyPr/>
        <a:lstStyle/>
        <a:p>
          <a:endParaRPr lang="en-US"/>
        </a:p>
      </dgm:t>
    </dgm:pt>
    <dgm:pt modelId="{BAABA577-068F-4968-B5A9-9668CD2CD535}" type="sibTrans" cxnId="{EE835D7B-BB65-41F4-A93E-A987A9E46596}">
      <dgm:prSet/>
      <dgm:spPr/>
      <dgm:t>
        <a:bodyPr/>
        <a:lstStyle/>
        <a:p>
          <a:endParaRPr lang="en-US"/>
        </a:p>
      </dgm:t>
    </dgm:pt>
    <dgm:pt modelId="{B225E0DB-B1F6-4116-9DBF-B6748B4F04C9}" type="pres">
      <dgm:prSet presAssocID="{9C129C5E-215D-478C-A45D-44BB5B6B34AE}" presName="linear" presStyleCnt="0">
        <dgm:presLayoutVars>
          <dgm:dir/>
          <dgm:animLvl val="lvl"/>
          <dgm:resizeHandles val="exact"/>
        </dgm:presLayoutVars>
      </dgm:prSet>
      <dgm:spPr/>
    </dgm:pt>
    <dgm:pt modelId="{18662112-7268-486E-9F88-7FE2D343707C}" type="pres">
      <dgm:prSet presAssocID="{F23C0251-009E-4F72-8027-949AB9C3F9DC}" presName="parentLin" presStyleCnt="0"/>
      <dgm:spPr/>
    </dgm:pt>
    <dgm:pt modelId="{07934888-2297-43D4-B374-538278879A06}" type="pres">
      <dgm:prSet presAssocID="{F23C0251-009E-4F72-8027-949AB9C3F9DC}" presName="parentLeftMargin" presStyleLbl="node1" presStyleIdx="0" presStyleCnt="2"/>
      <dgm:spPr/>
    </dgm:pt>
    <dgm:pt modelId="{25FC7017-F6C2-43BE-9756-6A5ACB97CFBC}" type="pres">
      <dgm:prSet presAssocID="{F23C0251-009E-4F72-8027-949AB9C3F9D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768A7BE-F634-405A-AA94-F4E5D76734EA}" type="pres">
      <dgm:prSet presAssocID="{F23C0251-009E-4F72-8027-949AB9C3F9DC}" presName="negativeSpace" presStyleCnt="0"/>
      <dgm:spPr/>
    </dgm:pt>
    <dgm:pt modelId="{0D3DC2C5-B655-402C-B9C0-8C5C0E47400B}" type="pres">
      <dgm:prSet presAssocID="{F23C0251-009E-4F72-8027-949AB9C3F9DC}" presName="childText" presStyleLbl="conFgAcc1" presStyleIdx="0" presStyleCnt="2">
        <dgm:presLayoutVars>
          <dgm:bulletEnabled val="1"/>
        </dgm:presLayoutVars>
      </dgm:prSet>
      <dgm:spPr/>
    </dgm:pt>
    <dgm:pt modelId="{A6EA6503-9BE2-4349-AEC3-9D089D4512B2}" type="pres">
      <dgm:prSet presAssocID="{B5E3BB98-3A95-4ACE-BC93-68E48D4F16EA}" presName="spaceBetweenRectangles" presStyleCnt="0"/>
      <dgm:spPr/>
    </dgm:pt>
    <dgm:pt modelId="{D1077D5B-0F8C-4129-8947-9C960858B1AF}" type="pres">
      <dgm:prSet presAssocID="{3B6D2577-B114-4CD5-9C8E-BA2D26896943}" presName="parentLin" presStyleCnt="0"/>
      <dgm:spPr/>
    </dgm:pt>
    <dgm:pt modelId="{7B0189EE-AC4D-446B-AFC0-F38E81BB24FE}" type="pres">
      <dgm:prSet presAssocID="{3B6D2577-B114-4CD5-9C8E-BA2D26896943}" presName="parentLeftMargin" presStyleLbl="node1" presStyleIdx="0" presStyleCnt="2"/>
      <dgm:spPr/>
    </dgm:pt>
    <dgm:pt modelId="{AEF5501D-D70A-4733-B01D-3037D8948D2E}" type="pres">
      <dgm:prSet presAssocID="{3B6D2577-B114-4CD5-9C8E-BA2D2689694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6662749-B159-42EF-8C33-72A48DDDCC91}" type="pres">
      <dgm:prSet presAssocID="{3B6D2577-B114-4CD5-9C8E-BA2D26896943}" presName="negativeSpace" presStyleCnt="0"/>
      <dgm:spPr/>
    </dgm:pt>
    <dgm:pt modelId="{8DED2AAA-9DE9-4393-B179-601BECB9C388}" type="pres">
      <dgm:prSet presAssocID="{3B6D2577-B114-4CD5-9C8E-BA2D2689694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AE39724-9C42-4D8F-AC3B-B94A30D1EACE}" type="presOf" srcId="{C709C3F6-F611-47A3-863E-2ABAEBF96747}" destId="{0D3DC2C5-B655-402C-B9C0-8C5C0E47400B}" srcOrd="0" destOrd="0" presId="urn:microsoft.com/office/officeart/2005/8/layout/list1"/>
    <dgm:cxn modelId="{6F86F125-CCFC-46C2-82ED-F23468BC3B4F}" type="presOf" srcId="{9FFD52C4-0CA9-46D1-BDEC-8F8E0CFD411C}" destId="{0D3DC2C5-B655-402C-B9C0-8C5C0E47400B}" srcOrd="0" destOrd="1" presId="urn:microsoft.com/office/officeart/2005/8/layout/list1"/>
    <dgm:cxn modelId="{5049213D-0A61-4736-A5D4-2C104E9239E9}" type="presOf" srcId="{91642333-B187-40EE-8433-9175BF2B3092}" destId="{0D3DC2C5-B655-402C-B9C0-8C5C0E47400B}" srcOrd="0" destOrd="2" presId="urn:microsoft.com/office/officeart/2005/8/layout/list1"/>
    <dgm:cxn modelId="{FE17135D-C32A-4EF0-8DA0-02074A52BAEB}" type="presOf" srcId="{80CA78EB-7801-4F63-9C8B-AE39CE483B81}" destId="{8DED2AAA-9DE9-4393-B179-601BECB9C388}" srcOrd="0" destOrd="1" presId="urn:microsoft.com/office/officeart/2005/8/layout/list1"/>
    <dgm:cxn modelId="{780E3067-0797-485E-B175-7B3641662961}" type="presOf" srcId="{9C129C5E-215D-478C-A45D-44BB5B6B34AE}" destId="{B225E0DB-B1F6-4116-9DBF-B6748B4F04C9}" srcOrd="0" destOrd="0" presId="urn:microsoft.com/office/officeart/2005/8/layout/list1"/>
    <dgm:cxn modelId="{060BD868-A7E7-4EF1-A4EB-2511683731B2}" type="presOf" srcId="{6748475B-7D72-4528-B995-25EB881BDD04}" destId="{8DED2AAA-9DE9-4393-B179-601BECB9C388}" srcOrd="0" destOrd="0" presId="urn:microsoft.com/office/officeart/2005/8/layout/list1"/>
    <dgm:cxn modelId="{B5600570-12E6-498F-81EA-5055BBA6231E}" srcId="{9FFD52C4-0CA9-46D1-BDEC-8F8E0CFD411C}" destId="{91642333-B187-40EE-8433-9175BF2B3092}" srcOrd="0" destOrd="0" parTransId="{20B34AAB-C4F0-4AB7-AB53-233DF0099163}" sibTransId="{A1F391D4-C9EE-46EC-9B06-80DABE4BC268}"/>
    <dgm:cxn modelId="{D3F03A52-9BFF-4D91-9755-769CC6B14EBF}" type="presOf" srcId="{092EFAEE-9A03-4539-B27F-859E030C0C14}" destId="{8DED2AAA-9DE9-4393-B179-601BECB9C388}" srcOrd="0" destOrd="4" presId="urn:microsoft.com/office/officeart/2005/8/layout/list1"/>
    <dgm:cxn modelId="{9079B052-480C-4C74-8514-9686DD458FAD}" srcId="{3B6D2577-B114-4CD5-9C8E-BA2D26896943}" destId="{092EFAEE-9A03-4539-B27F-859E030C0C14}" srcOrd="4" destOrd="0" parTransId="{1C0F1376-5BEE-40DA-99AB-F9312F7F037E}" sibTransId="{D46F3689-A366-4B3B-8F41-77C45C3C74E3}"/>
    <dgm:cxn modelId="{EE835D7B-BB65-41F4-A93E-A987A9E46596}" srcId="{F23C0251-009E-4F72-8027-949AB9C3F9DC}" destId="{9FFD52C4-0CA9-46D1-BDEC-8F8E0CFD411C}" srcOrd="1" destOrd="0" parTransId="{DEE8C4EA-43AB-4751-85AE-2EF8F69D4328}" sibTransId="{BAABA577-068F-4968-B5A9-9668CD2CD535}"/>
    <dgm:cxn modelId="{AC21947E-27FF-4823-A594-1A598FDD3804}" type="presOf" srcId="{9F7379B3-ED9B-43BE-B564-13D115C909BE}" destId="{8DED2AAA-9DE9-4393-B179-601BECB9C388}" srcOrd="0" destOrd="2" presId="urn:microsoft.com/office/officeart/2005/8/layout/list1"/>
    <dgm:cxn modelId="{CF5F7E82-3B75-4F92-A0A1-E2B3A8C70A5A}" type="presOf" srcId="{C29A64A2-6E40-456E-BD6F-79AC1343415B}" destId="{8DED2AAA-9DE9-4393-B179-601BECB9C388}" srcOrd="0" destOrd="3" presId="urn:microsoft.com/office/officeart/2005/8/layout/list1"/>
    <dgm:cxn modelId="{4BCA8FA3-05BD-4E2C-8429-684DA5E2AC73}" srcId="{F23C0251-009E-4F72-8027-949AB9C3F9DC}" destId="{C709C3F6-F611-47A3-863E-2ABAEBF96747}" srcOrd="0" destOrd="0" parTransId="{CAE1C4F0-DA01-46A9-9548-B8D8B178CAFD}" sibTransId="{2EF702EF-4A09-4BCD-9D2C-9D119AF8B294}"/>
    <dgm:cxn modelId="{5570F1A9-D46C-4C06-8DFB-363C3F9C9198}" srcId="{3B6D2577-B114-4CD5-9C8E-BA2D26896943}" destId="{6748475B-7D72-4528-B995-25EB881BDD04}" srcOrd="0" destOrd="0" parTransId="{3886F5E6-BE24-4754-8538-5379E365F887}" sibTransId="{A210F0A8-B360-4BF6-B566-CC6B56ECCEC0}"/>
    <dgm:cxn modelId="{744274AD-74ED-4539-93ED-E103F7DA13D8}" type="presOf" srcId="{F23C0251-009E-4F72-8027-949AB9C3F9DC}" destId="{07934888-2297-43D4-B374-538278879A06}" srcOrd="0" destOrd="0" presId="urn:microsoft.com/office/officeart/2005/8/layout/list1"/>
    <dgm:cxn modelId="{4CEC2DB5-7207-426F-8179-8544644918E1}" srcId="{9C129C5E-215D-478C-A45D-44BB5B6B34AE}" destId="{F23C0251-009E-4F72-8027-949AB9C3F9DC}" srcOrd="0" destOrd="0" parTransId="{3681B1C6-B61F-411B-B466-56E7B59CED2B}" sibTransId="{B5E3BB98-3A95-4ACE-BC93-68E48D4F16EA}"/>
    <dgm:cxn modelId="{51DBF0B7-E6AF-4E63-9442-3234276335F1}" srcId="{3B6D2577-B114-4CD5-9C8E-BA2D26896943}" destId="{C29A64A2-6E40-456E-BD6F-79AC1343415B}" srcOrd="3" destOrd="0" parTransId="{061C00BA-9039-4293-81D4-7DE49D9B127C}" sibTransId="{A95390E0-2D40-4AF7-9F10-EC042E48B9EF}"/>
    <dgm:cxn modelId="{A64955BD-8545-4B9A-A1BC-0A98570755B5}" type="presOf" srcId="{3B6D2577-B114-4CD5-9C8E-BA2D26896943}" destId="{AEF5501D-D70A-4733-B01D-3037D8948D2E}" srcOrd="1" destOrd="0" presId="urn:microsoft.com/office/officeart/2005/8/layout/list1"/>
    <dgm:cxn modelId="{B5837CC7-2BC0-41E2-9EE7-2E657B3D79F4}" type="presOf" srcId="{3B6D2577-B114-4CD5-9C8E-BA2D26896943}" destId="{7B0189EE-AC4D-446B-AFC0-F38E81BB24FE}" srcOrd="0" destOrd="0" presId="urn:microsoft.com/office/officeart/2005/8/layout/list1"/>
    <dgm:cxn modelId="{8D7285D0-3DE2-478D-8D5F-46AF98BF1A53}" srcId="{3B6D2577-B114-4CD5-9C8E-BA2D26896943}" destId="{80CA78EB-7801-4F63-9C8B-AE39CE483B81}" srcOrd="1" destOrd="0" parTransId="{AE99EEDC-47C5-4138-B7C9-6A100A6F5692}" sibTransId="{DD47329F-8676-4A0D-B8A2-5954871D05C9}"/>
    <dgm:cxn modelId="{40C237D7-E9A0-417F-B3D8-4D5CA30997B7}" srcId="{9C129C5E-215D-478C-A45D-44BB5B6B34AE}" destId="{3B6D2577-B114-4CD5-9C8E-BA2D26896943}" srcOrd="1" destOrd="0" parTransId="{B1664B8B-4C54-488C-879F-27A26B5A2185}" sibTransId="{5BC27EED-7D09-4C95-970B-8192D3364F4D}"/>
    <dgm:cxn modelId="{EE58ABDF-FB63-4FAC-BC25-2A85BC972E76}" type="presOf" srcId="{F23C0251-009E-4F72-8027-949AB9C3F9DC}" destId="{25FC7017-F6C2-43BE-9756-6A5ACB97CFBC}" srcOrd="1" destOrd="0" presId="urn:microsoft.com/office/officeart/2005/8/layout/list1"/>
    <dgm:cxn modelId="{125C32EE-F49F-423A-AB42-FEB1D76C1255}" srcId="{3B6D2577-B114-4CD5-9C8E-BA2D26896943}" destId="{9F7379B3-ED9B-43BE-B564-13D115C909BE}" srcOrd="2" destOrd="0" parTransId="{4E5AC1A2-2361-4077-9DFC-A4ADD60FFF7F}" sibTransId="{6C154EF8-6C66-4DCB-94AF-B94F8D10E6A7}"/>
    <dgm:cxn modelId="{498A4ECA-0D80-4529-9633-0C9C86447094}" type="presParOf" srcId="{B225E0DB-B1F6-4116-9DBF-B6748B4F04C9}" destId="{18662112-7268-486E-9F88-7FE2D343707C}" srcOrd="0" destOrd="0" presId="urn:microsoft.com/office/officeart/2005/8/layout/list1"/>
    <dgm:cxn modelId="{91E903C0-C57B-4F1B-BFDE-085EC77A7AA3}" type="presParOf" srcId="{18662112-7268-486E-9F88-7FE2D343707C}" destId="{07934888-2297-43D4-B374-538278879A06}" srcOrd="0" destOrd="0" presId="urn:microsoft.com/office/officeart/2005/8/layout/list1"/>
    <dgm:cxn modelId="{929341CB-6356-486D-B3DA-BDA4971D167D}" type="presParOf" srcId="{18662112-7268-486E-9F88-7FE2D343707C}" destId="{25FC7017-F6C2-43BE-9756-6A5ACB97CFBC}" srcOrd="1" destOrd="0" presId="urn:microsoft.com/office/officeart/2005/8/layout/list1"/>
    <dgm:cxn modelId="{5CCD79BB-92DC-4DFF-83A6-AAF52915812E}" type="presParOf" srcId="{B225E0DB-B1F6-4116-9DBF-B6748B4F04C9}" destId="{0768A7BE-F634-405A-AA94-F4E5D76734EA}" srcOrd="1" destOrd="0" presId="urn:microsoft.com/office/officeart/2005/8/layout/list1"/>
    <dgm:cxn modelId="{16F07563-DB58-488C-9278-4BB05DF6914B}" type="presParOf" srcId="{B225E0DB-B1F6-4116-9DBF-B6748B4F04C9}" destId="{0D3DC2C5-B655-402C-B9C0-8C5C0E47400B}" srcOrd="2" destOrd="0" presId="urn:microsoft.com/office/officeart/2005/8/layout/list1"/>
    <dgm:cxn modelId="{12F7354C-06F3-46D4-A42E-54DFB4D7AA66}" type="presParOf" srcId="{B225E0DB-B1F6-4116-9DBF-B6748B4F04C9}" destId="{A6EA6503-9BE2-4349-AEC3-9D089D4512B2}" srcOrd="3" destOrd="0" presId="urn:microsoft.com/office/officeart/2005/8/layout/list1"/>
    <dgm:cxn modelId="{B345F919-1165-4E2F-8623-A159A0F70F95}" type="presParOf" srcId="{B225E0DB-B1F6-4116-9DBF-B6748B4F04C9}" destId="{D1077D5B-0F8C-4129-8947-9C960858B1AF}" srcOrd="4" destOrd="0" presId="urn:microsoft.com/office/officeart/2005/8/layout/list1"/>
    <dgm:cxn modelId="{A6EA82F8-ED0A-4A82-A5AB-FA6D2119DFE8}" type="presParOf" srcId="{D1077D5B-0F8C-4129-8947-9C960858B1AF}" destId="{7B0189EE-AC4D-446B-AFC0-F38E81BB24FE}" srcOrd="0" destOrd="0" presId="urn:microsoft.com/office/officeart/2005/8/layout/list1"/>
    <dgm:cxn modelId="{FA8F1332-0027-4F39-AD7F-BE7FDE06DA01}" type="presParOf" srcId="{D1077D5B-0F8C-4129-8947-9C960858B1AF}" destId="{AEF5501D-D70A-4733-B01D-3037D8948D2E}" srcOrd="1" destOrd="0" presId="urn:microsoft.com/office/officeart/2005/8/layout/list1"/>
    <dgm:cxn modelId="{FDD20931-0601-4DA1-A9EB-9F5587A8CEE3}" type="presParOf" srcId="{B225E0DB-B1F6-4116-9DBF-B6748B4F04C9}" destId="{E6662749-B159-42EF-8C33-72A48DDDCC91}" srcOrd="5" destOrd="0" presId="urn:microsoft.com/office/officeart/2005/8/layout/list1"/>
    <dgm:cxn modelId="{0B74559B-8DD0-4667-A628-B17A770E75A2}" type="presParOf" srcId="{B225E0DB-B1F6-4116-9DBF-B6748B4F04C9}" destId="{8DED2AAA-9DE9-4393-B179-601BECB9C38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6570D-7042-47D0-9D96-28F3C0EAF513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C81B8-9521-463E-921B-0A30664A5031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Movie Production companies</a:t>
          </a:r>
        </a:p>
      </dsp:txBody>
      <dsp:txXfrm>
        <a:off x="398656" y="1088253"/>
        <a:ext cx="2959127" cy="1837317"/>
      </dsp:txXfrm>
    </dsp:sp>
    <dsp:sp modelId="{75CB367A-28E8-4BE3-A687-171980557A16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9EB75-0429-4792-AD7C-CF0AFA00D29B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Actors</a:t>
          </a:r>
        </a:p>
      </dsp:txBody>
      <dsp:txXfrm>
        <a:off x="4155097" y="1088253"/>
        <a:ext cx="2959127" cy="1837317"/>
      </dsp:txXfrm>
    </dsp:sp>
    <dsp:sp modelId="{5D5B27B6-94C8-4572-8989-924758C8A3D1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ECC41-86AB-4F2E-8192-B8959098268A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Theaters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93676-4CFF-4A67-879D-9A8835A2165D}">
      <dsp:nvSpPr>
        <dsp:cNvPr id="0" name=""/>
        <dsp:cNvSpPr/>
      </dsp:nvSpPr>
      <dsp:spPr>
        <a:xfrm>
          <a:off x="4514763" y="2050682"/>
          <a:ext cx="6615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1566" y="45720"/>
              </a:lnTo>
            </a:path>
          </a:pathLst>
        </a:custGeom>
        <a:noFill/>
        <a:ln w="12700" cap="flat" cmpd="sng" algn="ctr">
          <a:noFill/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242" y="2092941"/>
        <a:ext cx="34608" cy="6921"/>
      </dsp:txXfrm>
    </dsp:sp>
    <dsp:sp modelId="{D3F47D5E-EE7C-49CB-8BAC-FCB6020F42CC}">
      <dsp:nvSpPr>
        <dsp:cNvPr id="0" name=""/>
        <dsp:cNvSpPr/>
      </dsp:nvSpPr>
      <dsp:spPr>
        <a:xfrm>
          <a:off x="3815" y="558663"/>
          <a:ext cx="4512748" cy="30754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464" tIns="154790" rIns="147464" bIns="15479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Movie creators want to profit off their movies and many factors influence that</a:t>
          </a:r>
        </a:p>
      </dsp:txBody>
      <dsp:txXfrm>
        <a:off x="3815" y="558663"/>
        <a:ext cx="4512748" cy="3075478"/>
      </dsp:txXfrm>
    </dsp:sp>
    <dsp:sp modelId="{E845C43E-2F78-45C1-B996-B09453BE4446}">
      <dsp:nvSpPr>
        <dsp:cNvPr id="0" name=""/>
        <dsp:cNvSpPr/>
      </dsp:nvSpPr>
      <dsp:spPr>
        <a:xfrm>
          <a:off x="5208730" y="231153"/>
          <a:ext cx="5715282" cy="373049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464" tIns="154790" rIns="147464" bIns="15479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This data set includes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Title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Release dates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Budget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Gross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Genre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Runtime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MPAA rating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Review ratings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Number of Reviews</a:t>
          </a:r>
        </a:p>
      </dsp:txBody>
      <dsp:txXfrm>
        <a:off x="5208730" y="231153"/>
        <a:ext cx="5715282" cy="37304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BE37F-9FEE-4BA7-B3B0-CFFF0DC63C38}">
      <dsp:nvSpPr>
        <dsp:cNvPr id="0" name=""/>
        <dsp:cNvSpPr/>
      </dsp:nvSpPr>
      <dsp:spPr>
        <a:xfrm>
          <a:off x="0" y="35065"/>
          <a:ext cx="3455821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Kaggle Movie data set</a:t>
          </a:r>
        </a:p>
      </dsp:txBody>
      <dsp:txXfrm>
        <a:off x="52431" y="87496"/>
        <a:ext cx="3350959" cy="969198"/>
      </dsp:txXfrm>
    </dsp:sp>
    <dsp:sp modelId="{B2FEAA1C-03C9-4487-92AD-6B64C50EB2A0}">
      <dsp:nvSpPr>
        <dsp:cNvPr id="0" name=""/>
        <dsp:cNvSpPr/>
      </dsp:nvSpPr>
      <dsp:spPr>
        <a:xfrm>
          <a:off x="0" y="1186886"/>
          <a:ext cx="3455821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500 Blockbuster Movies</a:t>
          </a:r>
        </a:p>
      </dsp:txBody>
      <dsp:txXfrm>
        <a:off x="52431" y="1239317"/>
        <a:ext cx="3350959" cy="969198"/>
      </dsp:txXfrm>
    </dsp:sp>
    <dsp:sp modelId="{B39880DA-99E7-44A0-8118-51769FA5F318}">
      <dsp:nvSpPr>
        <dsp:cNvPr id="0" name=""/>
        <dsp:cNvSpPr/>
      </dsp:nvSpPr>
      <dsp:spPr>
        <a:xfrm>
          <a:off x="0" y="2338705"/>
          <a:ext cx="3455821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1988 to 2014</a:t>
          </a:r>
        </a:p>
      </dsp:txBody>
      <dsp:txXfrm>
        <a:off x="52431" y="2391136"/>
        <a:ext cx="3350959" cy="969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650D5-11AB-49B1-89BC-2E4116E8B936}">
      <dsp:nvSpPr>
        <dsp:cNvPr id="0" name=""/>
        <dsp:cNvSpPr/>
      </dsp:nvSpPr>
      <dsp:spPr>
        <a:xfrm>
          <a:off x="0" y="0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There were three predictive variables, Gross, ROI and Net Profit. 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Log of the Gross was chosen to be used for modeling</a:t>
          </a:r>
        </a:p>
      </dsp:txBody>
      <dsp:txXfrm>
        <a:off x="32418" y="32418"/>
        <a:ext cx="8094307" cy="1041985"/>
      </dsp:txXfrm>
    </dsp:sp>
    <dsp:sp modelId="{5CA61895-7D2F-42C1-9AA9-FD89B1BEDF58}">
      <dsp:nvSpPr>
        <dsp:cNvPr id="0" name=""/>
        <dsp:cNvSpPr/>
      </dsp:nvSpPr>
      <dsp:spPr>
        <a:xfrm>
          <a:off x="819587" y="1291291"/>
          <a:ext cx="9288654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month was encoded as a sine/cosine feature.</a:t>
          </a:r>
        </a:p>
      </dsp:txBody>
      <dsp:txXfrm>
        <a:off x="852005" y="1323709"/>
        <a:ext cx="7684797" cy="1041985"/>
      </dsp:txXfrm>
    </dsp:sp>
    <dsp:sp modelId="{11100BF0-1F19-4C4E-9F05-548488AA7B9D}">
      <dsp:nvSpPr>
        <dsp:cNvPr id="0" name=""/>
        <dsp:cNvSpPr/>
      </dsp:nvSpPr>
      <dsp:spPr>
        <a:xfrm>
          <a:off x="1639174" y="2582583"/>
          <a:ext cx="9288654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Linear, XGBoost, Random Forest, and SVR was testing for modeling</a:t>
          </a:r>
        </a:p>
      </dsp:txBody>
      <dsp:txXfrm>
        <a:off x="1671592" y="2615001"/>
        <a:ext cx="7684797" cy="1041985"/>
      </dsp:txXfrm>
    </dsp:sp>
    <dsp:sp modelId="{BC4841FF-2F0D-41BB-B827-25CF43BE72DE}">
      <dsp:nvSpPr>
        <dsp:cNvPr id="0" name=""/>
        <dsp:cNvSpPr/>
      </dsp:nvSpPr>
      <dsp:spPr>
        <a:xfrm>
          <a:off x="9738185" y="818245"/>
          <a:ext cx="719433" cy="719433"/>
        </a:xfrm>
        <a:prstGeom prst="downArrow">
          <a:avLst>
            <a:gd name="adj1" fmla="val 55000"/>
            <a:gd name="adj2" fmla="val 45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900057" y="818245"/>
        <a:ext cx="395689" cy="541373"/>
      </dsp:txXfrm>
    </dsp:sp>
    <dsp:sp modelId="{63E458FB-74B9-4407-8055-289841C1AA6C}">
      <dsp:nvSpPr>
        <dsp:cNvPr id="0" name=""/>
        <dsp:cNvSpPr/>
      </dsp:nvSpPr>
      <dsp:spPr>
        <a:xfrm>
          <a:off x="9388807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550679" y="2123252"/>
        <a:ext cx="395689" cy="5413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3DC2C5-B655-402C-B9C0-8C5C0E47400B}">
      <dsp:nvSpPr>
        <dsp:cNvPr id="0" name=""/>
        <dsp:cNvSpPr/>
      </dsp:nvSpPr>
      <dsp:spPr>
        <a:xfrm>
          <a:off x="0" y="469759"/>
          <a:ext cx="6666833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larger sample size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more robust data set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movie flops and blockbuster hits. </a:t>
          </a:r>
        </a:p>
      </dsp:txBody>
      <dsp:txXfrm>
        <a:off x="0" y="469759"/>
        <a:ext cx="6666833" cy="1814400"/>
      </dsp:txXfrm>
    </dsp:sp>
    <dsp:sp modelId="{25FC7017-F6C2-43BE-9756-6A5ACB97CFBC}">
      <dsp:nvSpPr>
        <dsp:cNvPr id="0" name=""/>
        <dsp:cNvSpPr/>
      </dsp:nvSpPr>
      <dsp:spPr>
        <a:xfrm>
          <a:off x="333341" y="11551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Should include</a:t>
          </a:r>
        </a:p>
      </dsp:txBody>
      <dsp:txXfrm>
        <a:off x="367926" y="150104"/>
        <a:ext cx="4597613" cy="639310"/>
      </dsp:txXfrm>
    </dsp:sp>
    <dsp:sp modelId="{8DED2AAA-9DE9-4393-B179-601BECB9C388}">
      <dsp:nvSpPr>
        <dsp:cNvPr id="0" name=""/>
        <dsp:cNvSpPr/>
      </dsp:nvSpPr>
      <dsp:spPr>
        <a:xfrm>
          <a:off x="0" y="2768000"/>
          <a:ext cx="6666833" cy="257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Directors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Production companies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Production time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Cast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/>
            <a:t>ect</a:t>
          </a:r>
          <a:r>
            <a:rPr lang="en-US" sz="2400" kern="1200" dirty="0"/>
            <a:t>.</a:t>
          </a:r>
        </a:p>
      </dsp:txBody>
      <dsp:txXfrm>
        <a:off x="0" y="2768000"/>
        <a:ext cx="6666833" cy="2570400"/>
      </dsp:txXfrm>
    </dsp:sp>
    <dsp:sp modelId="{AEF5501D-D70A-4733-B01D-3037D8948D2E}">
      <dsp:nvSpPr>
        <dsp:cNvPr id="0" name=""/>
        <dsp:cNvSpPr/>
      </dsp:nvSpPr>
      <dsp:spPr>
        <a:xfrm>
          <a:off x="333341" y="241375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Future features</a:t>
          </a:r>
        </a:p>
      </dsp:txBody>
      <dsp:txXfrm>
        <a:off x="367926" y="2448344"/>
        <a:ext cx="4597613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D64B6-32BC-0F7B-77C3-B0E057E4B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DC2F6-A913-6CE7-83B4-97897FD55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25DC7-EEA2-E720-8FDB-19B96D87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DA044-BDEE-AA0D-8C35-650A15B46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B47E3-72C9-BAB6-791E-97C0A92F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5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5FC7-0859-FFB6-0758-1E06BA137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A1204-7FF7-4546-F3D4-199258104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DB62E-332A-83BB-1F41-4CC89ECF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08C4A-579F-699D-7AB4-1182BFAE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B5710-B2A3-2CC5-502F-541ED74E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7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C855-5AE2-A4D7-5757-AEB32B248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7E9A0-0C18-B38D-CC7A-AB60A0DD2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2ED8D-4A94-FAD6-4D5D-4004B1811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6A78B-5CF0-5C50-26AA-0CEA9000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4B647-E9A1-43AB-807A-220E62F6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0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5E5C-D1B1-7F61-D096-0A5470C9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DB91-9F97-4E2B-0F09-68052653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CEEC1-245E-BADB-7FC1-2E94C5EE1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5552C-2CA6-0FE4-37D1-2F7BDEEC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9DB90-1DD9-277D-CF53-4B1BE47C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A23E8-0424-E148-64DD-7B0F9134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8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12BA-BCA5-19C6-6BCB-463CE221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B7679-4044-2599-BAB5-FB9F10921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4C363-7934-0F5C-D1F0-BC879876B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50E17-BA48-75A2-FB99-CBEDBD363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7DCE2-9A46-8929-AE38-A865BC101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99BA22-FA47-0F7C-D5F2-B95F515BB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8128CE-0943-4456-211D-DB6EDC47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AB3806-469A-F380-30E3-D552996F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8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30AC-4E5C-DB15-2A2E-4A68E0FB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B20B1-78A4-5626-AE9A-58BC6D1A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D4A4D-7319-69CF-7FFA-3C4DAFA7C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7994C-40AC-7EFB-69F1-D6E30C5A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3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E20995-C700-79AF-1385-310CDB6C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31B08-64EC-9019-8670-72286C0D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950ED-C7B0-A52A-2E85-DB41B8C4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4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A026-D385-CE26-5038-D648FB9A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02FF8-1056-4F36-28CF-1346AB08C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E30A8-64EC-7F19-464D-A7D271A86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24B92-D50A-1FC7-85CE-C93C5886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33297-E0C1-65F2-E641-14CD7032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E088F-FB81-15DE-3C52-9C20736E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1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EE4F-C446-DA73-D664-FFE03B4D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6B014-6FD5-8372-DC5C-634AFD2A7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4314D-251B-9525-0C7D-7E5AE5C9C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199CB-955E-8224-18B8-2750E436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5D180-E6B0-006F-B909-980E826A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5BF3F-09BA-6A41-E86F-921CC9E7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7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C496-7C05-C592-749F-5954CC02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2BD41-765F-189F-494C-B023B8B48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4885B-A870-8825-1615-8B807150F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9899E-510C-068D-F4C4-DDAF512F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FE556-C800-155E-7447-F9884105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7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51D36-4968-8E29-0B37-E902EFF18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D1E87-2F39-2831-A57D-327CC1EEB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A0863-894B-DAFB-6412-E64156C11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C1DA4-2735-2F8A-AECF-F84F1F4A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D4188-1249-E2F6-6BE0-DACD1BE7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7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10681-166D-60CD-AF06-30856847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3F6F1-49A3-D0B7-C387-DCB78D1D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CDE58-CE4C-4E4C-D96E-1BF775130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E932C-EB48-4843-B8CE-93B89571290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6E142-0760-7BED-AB4F-DA3F7CE6B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2D273-4AF4-B30D-C75C-5DE720697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5EA91-8F11-4AD0-BB27-9C76C9A46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8684FF-7941-757C-89AE-BADFB41BF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2" y="891652"/>
            <a:ext cx="4412021" cy="3030724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Predicting Movie Investment 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31091-2B84-4575-96E9-AF3B507E5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791" y="4745317"/>
            <a:ext cx="4126272" cy="1375145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Data Science Capstone Project August 2025</a:t>
            </a:r>
          </a:p>
          <a:p>
            <a:pPr algn="r"/>
            <a:r>
              <a:rPr lang="en-US">
                <a:solidFill>
                  <a:srgbClr val="FFFFFF"/>
                </a:solidFill>
              </a:rPr>
              <a:t>By Jeremy Jex</a:t>
            </a:r>
          </a:p>
        </p:txBody>
      </p:sp>
      <p:pic>
        <p:nvPicPr>
          <p:cNvPr id="7" name="Graphic 6" descr="Money">
            <a:extLst>
              <a:ext uri="{FF2B5EF4-FFF2-40B4-BE49-F238E27FC236}">
                <a16:creationId xmlns:a16="http://schemas.microsoft.com/office/drawing/2014/main" id="{20C8D21B-E6C5-BFF1-83CD-E8AC871BB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602615"/>
            <a:ext cx="560832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4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50A675-D07E-9B78-7F13-3C79987B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4C01F-4E36-9AA3-2812-31C0F508E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investing in a movie, how do you know if it will be successful or a flop?</a:t>
            </a:r>
          </a:p>
        </p:txBody>
      </p:sp>
    </p:spTree>
    <p:extLst>
      <p:ext uri="{BB962C8B-B14F-4D97-AF65-F5344CB8AC3E}">
        <p14:creationId xmlns:p14="http://schemas.microsoft.com/office/powerpoint/2010/main" val="39609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FAD6E-1934-5E18-9180-DC0C1449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Who Might Care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87757ED-97F8-E9F8-48F8-81B524D50B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74699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69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61133-BDA4-B585-B0E5-49D52D6C9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Features that can Affect Movies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B57DB6E7-3498-CCDF-1EC5-31B1C1FE67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39843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946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2F91-69AA-099C-F31A-33C637C5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The Data Set</a:t>
            </a:r>
          </a:p>
        </p:txBody>
      </p:sp>
      <p:pic>
        <p:nvPicPr>
          <p:cNvPr id="5" name="Picture 4" descr="A graph of a line graph&#10;&#10;AI-generated content may be incorrect.">
            <a:extLst>
              <a:ext uri="{FF2B5EF4-FFF2-40B4-BE49-F238E27FC236}">
                <a16:creationId xmlns:a16="http://schemas.microsoft.com/office/drawing/2014/main" id="{7ED59707-A21A-F5A0-D1D8-1A10E2DEF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941810"/>
            <a:ext cx="6389346" cy="4983689"/>
          </a:xfrm>
          <a:prstGeom prst="rect">
            <a:avLst/>
          </a:prstGeom>
        </p:spPr>
      </p:pic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24" name="Content Placeholder 2">
            <a:extLst>
              <a:ext uri="{FF2B5EF4-FFF2-40B4-BE49-F238E27FC236}">
                <a16:creationId xmlns:a16="http://schemas.microsoft.com/office/drawing/2014/main" id="{91FA9FE9-5D88-B86F-EE08-26682E54D9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5030040"/>
              </p:ext>
            </p:extLst>
          </p:nvPr>
        </p:nvGraphicFramePr>
        <p:xfrm>
          <a:off x="876693" y="2533476"/>
          <a:ext cx="3455821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13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code representation.">
            <a:extLst>
              <a:ext uri="{FF2B5EF4-FFF2-40B4-BE49-F238E27FC236}">
                <a16:creationId xmlns:a16="http://schemas.microsoft.com/office/drawing/2014/main" id="{9D64B537-4EE2-D29A-8E73-8F3EB053A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14" r="10728" b="1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884D2-B0D6-81BA-0E50-C15B7934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 exploration</a:t>
            </a:r>
          </a:p>
        </p:txBody>
      </p:sp>
    </p:spTree>
    <p:extLst>
      <p:ext uri="{BB962C8B-B14F-4D97-AF65-F5344CB8AC3E}">
        <p14:creationId xmlns:p14="http://schemas.microsoft.com/office/powerpoint/2010/main" val="3600476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5032-DFDB-6F2F-6C1A-74D098AD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Movies by Genre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C9906E-4895-98B4-E227-05F3E46C0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867" y="1966293"/>
            <a:ext cx="899426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01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7007D-9B04-BB05-7D3B-BF33FEE0E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 Profit Grouped by Genre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CF7C5-446E-2C5B-3139-0C7F13D5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Avatar and Titanic were removed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EA81C-74BD-8FFD-7439-A695C6EE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771601"/>
            <a:ext cx="8931031" cy="464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47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83483-E3A1-1777-844C-AA5700FA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8807D-0C8A-DE92-042E-47B5F1D8F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ROI by Genre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C113-8214-2B65-DDF5-08D8C9171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Blair Witch Project removed as outlier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 ROI = 4132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92D61-0F2C-DEFE-DDDE-E07E24DD9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895" y="1690688"/>
            <a:ext cx="8572152" cy="500749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C0C8F4-8B12-250D-D8B3-42893C74D9AE}"/>
              </a:ext>
            </a:extLst>
          </p:cNvPr>
          <p:cNvCxnSpPr>
            <a:cxnSpLocks/>
          </p:cNvCxnSpPr>
          <p:nvPr/>
        </p:nvCxnSpPr>
        <p:spPr>
          <a:xfrm flipH="1" flipV="1">
            <a:off x="2668725" y="2057444"/>
            <a:ext cx="1636452" cy="967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1300B7-8A9F-6110-89AA-809E9B06FDC1}"/>
              </a:ext>
            </a:extLst>
          </p:cNvPr>
          <p:cNvSpPr txBox="1"/>
          <p:nvPr/>
        </p:nvSpPr>
        <p:spPr>
          <a:xfrm>
            <a:off x="4279898" y="2782669"/>
            <a:ext cx="18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Big Fat Greek Wedding</a:t>
            </a:r>
          </a:p>
        </p:txBody>
      </p:sp>
    </p:spTree>
    <p:extLst>
      <p:ext uri="{BB962C8B-B14F-4D97-AF65-F5344CB8AC3E}">
        <p14:creationId xmlns:p14="http://schemas.microsoft.com/office/powerpoint/2010/main" val="266548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2BA9D-87D9-A81F-37B8-2CF98B9E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 Profit grouped by MPAA Rating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EA5811-8777-9A3B-BE19-19E03B9D9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3360" y="467208"/>
            <a:ext cx="722388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91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E6332-DB98-2895-030D-7577CEAD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ROI grouped by MPAA Rating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BE1DC1-9800-D4F4-B78A-2C0058689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5251" y="467208"/>
            <a:ext cx="7180101" cy="59235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3D6C5-986A-2D5C-20F1-8421B75A89D6}"/>
              </a:ext>
            </a:extLst>
          </p:cNvPr>
          <p:cNvCxnSpPr/>
          <p:nvPr/>
        </p:nvCxnSpPr>
        <p:spPr>
          <a:xfrm>
            <a:off x="4622800" y="845422"/>
            <a:ext cx="2743200" cy="437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92C6A2-7B73-DAE5-EE47-4F1548CC0B18}"/>
              </a:ext>
            </a:extLst>
          </p:cNvPr>
          <p:cNvSpPr txBox="1"/>
          <p:nvPr/>
        </p:nvSpPr>
        <p:spPr>
          <a:xfrm>
            <a:off x="4241389" y="199091"/>
            <a:ext cx="18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Big Fat Greek Wedding</a:t>
            </a:r>
          </a:p>
        </p:txBody>
      </p:sp>
    </p:spTree>
    <p:extLst>
      <p:ext uri="{BB962C8B-B14F-4D97-AF65-F5344CB8AC3E}">
        <p14:creationId xmlns:p14="http://schemas.microsoft.com/office/powerpoint/2010/main" val="4284077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3ED82-8527-E58F-2D10-8B100C077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Movies Grouped by Month of Release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C1673C-33CB-394B-6D27-2AA8988A6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728376"/>
            <a:ext cx="7225748" cy="54012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4F0485-D636-BDCA-9CF9-6E062789B917}"/>
              </a:ext>
            </a:extLst>
          </p:cNvPr>
          <p:cNvSpPr txBox="1"/>
          <p:nvPr/>
        </p:nvSpPr>
        <p:spPr>
          <a:xfrm>
            <a:off x="7693270" y="6129623"/>
            <a:ext cx="84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2E47D-867F-D50B-2218-B5E43E725C3E}"/>
              </a:ext>
            </a:extLst>
          </p:cNvPr>
          <p:cNvSpPr txBox="1"/>
          <p:nvPr/>
        </p:nvSpPr>
        <p:spPr>
          <a:xfrm rot="16200000">
            <a:off x="3139920" y="2676454"/>
            <a:ext cx="288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Movies</a:t>
            </a:r>
          </a:p>
        </p:txBody>
      </p:sp>
    </p:spTree>
    <p:extLst>
      <p:ext uri="{BB962C8B-B14F-4D97-AF65-F5344CB8AC3E}">
        <p14:creationId xmlns:p14="http://schemas.microsoft.com/office/powerpoint/2010/main" val="2014704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8CD53-80E5-0305-CCB1-BC6CFFC2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Release Date Grouped by Profits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A26B6-A34F-F1B2-F6DC-BF310D312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749954"/>
            <a:ext cx="5131088" cy="2860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5FEB7F-0948-A58E-303D-DDC5B6708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780026"/>
            <a:ext cx="5131087" cy="28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14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2EFA5-0450-C301-77EA-BADEEFEC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Release Date grouped by Ratings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0559F-D0E6-EED8-12D5-3F23FA056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80" y="1966293"/>
            <a:ext cx="809483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02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E37ACE-5428-7E91-0DA0-45E6D332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Release Date Grouped by MPAA Rating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67F79-B99D-D11B-BAA0-49EB4D1D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80" y="1966293"/>
            <a:ext cx="809483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8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676EA-BD2E-2561-AACC-D2978C97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Heat Map </a:t>
            </a:r>
            <a:r>
              <a:rPr lang="en-US" sz="4000" dirty="0">
                <a:solidFill>
                  <a:srgbClr val="FFFFFF"/>
                </a:solidFill>
              </a:rPr>
              <a:t>Correlations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5DEA02-FC15-82D6-64A5-8DAAE49CD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3868" y="2014899"/>
            <a:ext cx="8949063" cy="445216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E7A5E94-1152-DB84-9A75-D00C83765BEC}"/>
              </a:ext>
            </a:extLst>
          </p:cNvPr>
          <p:cNvSpPr/>
          <p:nvPr/>
        </p:nvSpPr>
        <p:spPr>
          <a:xfrm>
            <a:off x="4612736" y="3691710"/>
            <a:ext cx="467263" cy="46036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B1B244-5EF5-DA82-E5F3-F57C9D8B5463}"/>
              </a:ext>
            </a:extLst>
          </p:cNvPr>
          <p:cNvSpPr/>
          <p:nvPr/>
        </p:nvSpPr>
        <p:spPr>
          <a:xfrm>
            <a:off x="2834736" y="3704410"/>
            <a:ext cx="467263" cy="46036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C56CD2-0D46-083F-DE37-703F405E4DC4}"/>
              </a:ext>
            </a:extLst>
          </p:cNvPr>
          <p:cNvSpPr/>
          <p:nvPr/>
        </p:nvSpPr>
        <p:spPr>
          <a:xfrm>
            <a:off x="7258069" y="3687150"/>
            <a:ext cx="467263" cy="46036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378FAC7-1F8E-BAD1-485C-0F9A67FD9A75}"/>
              </a:ext>
            </a:extLst>
          </p:cNvPr>
          <p:cNvSpPr/>
          <p:nvPr/>
        </p:nvSpPr>
        <p:spPr>
          <a:xfrm>
            <a:off x="3730086" y="3691710"/>
            <a:ext cx="467263" cy="46036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DD5443-1E4F-12BE-007F-6A18019559C7}"/>
              </a:ext>
            </a:extLst>
          </p:cNvPr>
          <p:cNvSpPr/>
          <p:nvPr/>
        </p:nvSpPr>
        <p:spPr>
          <a:xfrm>
            <a:off x="4629170" y="5207000"/>
            <a:ext cx="467263" cy="460369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4B4BCAF-0CE5-860D-2B8E-2BA0F5A5B503}"/>
              </a:ext>
            </a:extLst>
          </p:cNvPr>
          <p:cNvSpPr/>
          <p:nvPr/>
        </p:nvSpPr>
        <p:spPr>
          <a:xfrm>
            <a:off x="2863870" y="5207000"/>
            <a:ext cx="467263" cy="460369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BBD569-2394-4E6F-DA73-41768FC21FE5}"/>
              </a:ext>
            </a:extLst>
          </p:cNvPr>
          <p:cNvSpPr/>
          <p:nvPr/>
        </p:nvSpPr>
        <p:spPr>
          <a:xfrm>
            <a:off x="7258070" y="5207000"/>
            <a:ext cx="467263" cy="460369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C2AE1-15DE-BE87-F3C8-F6C89CEB6370}"/>
              </a:ext>
            </a:extLst>
          </p:cNvPr>
          <p:cNvSpPr/>
          <p:nvPr/>
        </p:nvSpPr>
        <p:spPr>
          <a:xfrm>
            <a:off x="3746520" y="5207000"/>
            <a:ext cx="467263" cy="460369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8642AAA-7714-2EDE-3A79-58EDDB61D20F}"/>
              </a:ext>
            </a:extLst>
          </p:cNvPr>
          <p:cNvSpPr/>
          <p:nvPr/>
        </p:nvSpPr>
        <p:spPr>
          <a:xfrm>
            <a:off x="4629169" y="5725705"/>
            <a:ext cx="467263" cy="460369"/>
          </a:xfrm>
          <a:prstGeom prst="ellipse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DCD3616-7880-1DB6-467C-FE42E92ADF32}"/>
              </a:ext>
            </a:extLst>
          </p:cNvPr>
          <p:cNvSpPr/>
          <p:nvPr/>
        </p:nvSpPr>
        <p:spPr>
          <a:xfrm>
            <a:off x="2863869" y="5725704"/>
            <a:ext cx="467263" cy="460369"/>
          </a:xfrm>
          <a:prstGeom prst="ellipse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2AD24E-81DA-52A0-04B1-DA2B3B7D4258}"/>
              </a:ext>
            </a:extLst>
          </p:cNvPr>
          <p:cNvSpPr/>
          <p:nvPr/>
        </p:nvSpPr>
        <p:spPr>
          <a:xfrm>
            <a:off x="7258069" y="5718169"/>
            <a:ext cx="467263" cy="460369"/>
          </a:xfrm>
          <a:prstGeom prst="ellipse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3DC85E-3091-11FF-A68B-9DACC9337274}"/>
              </a:ext>
            </a:extLst>
          </p:cNvPr>
          <p:cNvSpPr/>
          <p:nvPr/>
        </p:nvSpPr>
        <p:spPr>
          <a:xfrm>
            <a:off x="3691986" y="5725705"/>
            <a:ext cx="467263" cy="460369"/>
          </a:xfrm>
          <a:prstGeom prst="ellipse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25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E800CD-EBAB-D9D0-5110-AD3261A6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Modeling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4436C6-6CDE-266B-C07E-427660F80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73665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7081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4009C-F794-DD43-B4F8-2D1C9D656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Model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6370A17-D483-0469-E889-DCE4DEAA1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634195"/>
              </p:ext>
            </p:extLst>
          </p:nvPr>
        </p:nvGraphicFramePr>
        <p:xfrm>
          <a:off x="644056" y="2771283"/>
          <a:ext cx="10927832" cy="3378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311799">
                  <a:extLst>
                    <a:ext uri="{9D8B030D-6E8A-4147-A177-3AD203B41FA5}">
                      <a16:colId xmlns:a16="http://schemas.microsoft.com/office/drawing/2014/main" val="3939925365"/>
                    </a:ext>
                  </a:extLst>
                </a:gridCol>
                <a:gridCol w="1930319">
                  <a:extLst>
                    <a:ext uri="{9D8B030D-6E8A-4147-A177-3AD203B41FA5}">
                      <a16:colId xmlns:a16="http://schemas.microsoft.com/office/drawing/2014/main" val="416411891"/>
                    </a:ext>
                  </a:extLst>
                </a:gridCol>
                <a:gridCol w="2002120">
                  <a:extLst>
                    <a:ext uri="{9D8B030D-6E8A-4147-A177-3AD203B41FA5}">
                      <a16:colId xmlns:a16="http://schemas.microsoft.com/office/drawing/2014/main" val="2754679363"/>
                    </a:ext>
                  </a:extLst>
                </a:gridCol>
                <a:gridCol w="1841797">
                  <a:extLst>
                    <a:ext uri="{9D8B030D-6E8A-4147-A177-3AD203B41FA5}">
                      <a16:colId xmlns:a16="http://schemas.microsoft.com/office/drawing/2014/main" val="638685693"/>
                    </a:ext>
                  </a:extLst>
                </a:gridCol>
                <a:gridCol w="1841797">
                  <a:extLst>
                    <a:ext uri="{9D8B030D-6E8A-4147-A177-3AD203B41FA5}">
                      <a16:colId xmlns:a16="http://schemas.microsoft.com/office/drawing/2014/main" val="1777248138"/>
                    </a:ext>
                  </a:extLst>
                </a:gridCol>
              </a:tblGrid>
              <a:tr h="92713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Model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Training R^2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Testing R^2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K Fold R^2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extLst>
                  <a:ext uri="{0D108BD9-81ED-4DB2-BD59-A6C34878D82A}">
                    <a16:rowId xmlns:a16="http://schemas.microsoft.com/office/drawing/2014/main" val="3334274272"/>
                  </a:ext>
                </a:extLst>
              </a:tr>
              <a:tr h="49033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Random Forest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0.9462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0.5729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0.3217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0.6038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extLst>
                  <a:ext uri="{0D108BD9-81ED-4DB2-BD59-A6C34878D82A}">
                    <a16:rowId xmlns:a16="http://schemas.microsoft.com/office/drawing/2014/main" val="3969902653"/>
                  </a:ext>
                </a:extLst>
              </a:tr>
              <a:tr h="49033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XGBoost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0.9462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0.516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0.337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0.5425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extLst>
                  <a:ext uri="{0D108BD9-81ED-4DB2-BD59-A6C34878D82A}">
                    <a16:rowId xmlns:a16="http://schemas.microsoft.com/office/drawing/2014/main" val="2937288769"/>
                  </a:ext>
                </a:extLst>
              </a:tr>
              <a:tr h="49033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Linear Regression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0.6082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0.5592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0.3442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0.5333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extLst>
                  <a:ext uri="{0D108BD9-81ED-4DB2-BD59-A6C34878D82A}">
                    <a16:rowId xmlns:a16="http://schemas.microsoft.com/office/drawing/2014/main" val="1061915124"/>
                  </a:ext>
                </a:extLst>
              </a:tr>
              <a:tr h="49033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SVR</a:t>
                      </a:r>
                      <a:endParaRPr lang="en-US" sz="2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0.8136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0.6063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0.3159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</a:rPr>
                        <a:t>0.5837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extLst>
                  <a:ext uri="{0D108BD9-81ED-4DB2-BD59-A6C34878D82A}">
                    <a16:rowId xmlns:a16="http://schemas.microsoft.com/office/drawing/2014/main" val="3090523768"/>
                  </a:ext>
                </a:extLst>
              </a:tr>
              <a:tr h="49033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SVR grid search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0.6321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900" b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0.4211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50" marR="9850" marT="9850" marB="0" anchor="b"/>
                </a:tc>
                <a:extLst>
                  <a:ext uri="{0D108BD9-81ED-4DB2-BD59-A6C34878D82A}">
                    <a16:rowId xmlns:a16="http://schemas.microsoft.com/office/drawing/2014/main" val="1049721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13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DACC0-1864-127A-44CB-CB40F19DE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SVR and Linear Regression Graphs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86400-00C6-5ED1-779D-A83B8C16E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589607"/>
            <a:ext cx="5131088" cy="3181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E8C3AF-3DC0-1ED0-0BD3-03DD082F4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626093"/>
            <a:ext cx="5131087" cy="3181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27816D-018B-02A2-BDE5-92692BECA9D0}"/>
              </a:ext>
            </a:extLst>
          </p:cNvPr>
          <p:cNvSpPr txBox="1"/>
          <p:nvPr/>
        </p:nvSpPr>
        <p:spPr>
          <a:xfrm>
            <a:off x="8267700" y="202285"/>
            <a:ext cx="3686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Visually SVR and Linear Regression do not appear that different.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Linear regression processes faster.</a:t>
            </a:r>
          </a:p>
        </p:txBody>
      </p:sp>
    </p:spTree>
    <p:extLst>
      <p:ext uri="{BB962C8B-B14F-4D97-AF65-F5344CB8AC3E}">
        <p14:creationId xmlns:p14="http://schemas.microsoft.com/office/powerpoint/2010/main" val="1568246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7F57C-BA96-1E63-7C71-2D7DD41F8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1E99C-F2DC-5791-1743-DC7843639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192" y="649480"/>
            <a:ext cx="5152413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This data set is of Hollywood blockbusters. It shows that successful movies have more critic reviews, higher ratings, and higher budgets. </a:t>
            </a:r>
          </a:p>
          <a:p>
            <a:pPr lvl="1"/>
            <a:r>
              <a:rPr lang="en-US" sz="1300" dirty="0"/>
              <a:t>Lower budget movies always have the best ROI and less risk</a:t>
            </a:r>
          </a:p>
          <a:p>
            <a:r>
              <a:rPr lang="en-US" sz="1700" dirty="0"/>
              <a:t>Movies released in the June-August or November-December are more successful.</a:t>
            </a:r>
          </a:p>
          <a:p>
            <a:r>
              <a:rPr lang="en-US" sz="1700" dirty="0"/>
              <a:t>The final model SVR</a:t>
            </a:r>
          </a:p>
          <a:p>
            <a:pPr lvl="1"/>
            <a:r>
              <a:rPr lang="en-US" sz="1700" dirty="0"/>
              <a:t>R squared value = 0.63 </a:t>
            </a:r>
          </a:p>
          <a:p>
            <a:pPr lvl="1"/>
            <a:r>
              <a:rPr lang="en-US" sz="1700" dirty="0"/>
              <a:t>MAE = 0.42 </a:t>
            </a:r>
          </a:p>
          <a:p>
            <a:pPr lvl="1"/>
            <a:r>
              <a:rPr lang="en-US" sz="1700" dirty="0"/>
              <a:t>That number looks small but represents millions of dollars. </a:t>
            </a:r>
          </a:p>
          <a:p>
            <a:pPr lvl="2"/>
            <a:r>
              <a:rPr lang="en-US" sz="1300" dirty="0"/>
              <a:t>Not the most helpful model</a:t>
            </a:r>
          </a:p>
          <a:p>
            <a:r>
              <a:rPr lang="en-US" sz="1700" dirty="0"/>
              <a:t>I think the most helpful information from this project is correlations between release month, review ratings and genres.</a:t>
            </a:r>
          </a:p>
          <a:p>
            <a:r>
              <a:rPr lang="en-US" sz="1700" dirty="0"/>
              <a:t>You can’t predict if a movie will flop if the data set has no bad movies</a:t>
            </a:r>
          </a:p>
        </p:txBody>
      </p:sp>
    </p:spTree>
    <p:extLst>
      <p:ext uri="{BB962C8B-B14F-4D97-AF65-F5344CB8AC3E}">
        <p14:creationId xmlns:p14="http://schemas.microsoft.com/office/powerpoint/2010/main" val="2954045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070A1-488D-8E59-7FD5-2787C9E7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Future Study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5F0505-4277-7753-32FD-0272EA2E9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4895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3211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423</Words>
  <Application>Microsoft Office PowerPoint</Application>
  <PresentationFormat>Widescreen</PresentationFormat>
  <Paragraphs>103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Office Theme</vt:lpstr>
      <vt:lpstr>Predicting Movie Investment Risk</vt:lpstr>
      <vt:lpstr>The Problem</vt:lpstr>
      <vt:lpstr>Who Might Care</vt:lpstr>
      <vt:lpstr>Features that can Affect Movies</vt:lpstr>
      <vt:lpstr>The Data Set</vt:lpstr>
      <vt:lpstr>Data exploration</vt:lpstr>
      <vt:lpstr>Movies by Genre</vt:lpstr>
      <vt:lpstr>Net Profit Grouped by Genre</vt:lpstr>
      <vt:lpstr>ROI by Genre</vt:lpstr>
      <vt:lpstr>Net Profit grouped by MPAA Rating</vt:lpstr>
      <vt:lpstr>ROI grouped by MPAA Rating</vt:lpstr>
      <vt:lpstr>Movies Grouped by Month of Release</vt:lpstr>
      <vt:lpstr>Release Date Grouped by Profits</vt:lpstr>
      <vt:lpstr>Release Date grouped by Ratings</vt:lpstr>
      <vt:lpstr>Release Date Grouped by MPAA Rating</vt:lpstr>
      <vt:lpstr>Heat Map Correlations</vt:lpstr>
      <vt:lpstr>Modeling</vt:lpstr>
      <vt:lpstr>Model metrics</vt:lpstr>
      <vt:lpstr>SVR and Linear Regression Graphs</vt:lpstr>
      <vt:lpstr>Conclusion</vt:lpstr>
      <vt:lpstr>Future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jex</dc:creator>
  <cp:lastModifiedBy>jeremy jex</cp:lastModifiedBy>
  <cp:revision>3</cp:revision>
  <dcterms:created xsi:type="dcterms:W3CDTF">2025-08-24T19:00:14Z</dcterms:created>
  <dcterms:modified xsi:type="dcterms:W3CDTF">2025-08-24T20:26:29Z</dcterms:modified>
</cp:coreProperties>
</file>